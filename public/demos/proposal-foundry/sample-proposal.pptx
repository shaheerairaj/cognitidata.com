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92" r:id="rId4"/>
  </p:sldMasterIdLst>
  <p:notesMasterIdLst>
    <p:notesMasterId r:id="rId15"/>
  </p:notesMasterIdLst>
  <p:sldIdLst>
    <p:sldId id="1790" r:id="rId3"/>
    <p:sldId id="1791" r:id="rId2"/>
    <p:sldId id="1792" r:id="rId1"/>
    <p:sldId id="1793" r:id="rId28"/>
    <p:sldId id="1794" r:id="rId29"/>
    <p:sldId id="1795" r:id="rId30"/>
    <p:sldId id="1796" r:id="rId31"/>
    <p:sldId id="1797" r:id="rId32"/>
    <p:sldId id="1798" r:id="rId33"/>
    <p:sldId id="1799" r:id="rId34"/>
    <p:sldId id="1800" r:id="rId35"/>
    <p:sldId id="1801" r:id="rId36"/>
    <p:sldId id="1802" r:id="rId37"/>
    <p:sldId id="1803" r:id="rId38"/>
    <p:sldId id="1804" r:id="rId39"/>
    <p:sldId id="1805" r:id="rId40"/>
    <p:sldId id="1806" r:id="rId41"/>
    <p:sldId id="1807" r:id="rId42"/>
    <p:sldId id="1808" r:id="rId43"/>
    <p:sldId id="1809" r:id="rId44"/>
    <p:sldId id="1810" r:id="rId45"/>
    <p:sldId id="1811" r:id="rId46"/>
    <p:sldId id="1812" r:id="rId47"/>
    <p:sldId id="1813" r:id="rId48"/>
    <p:sldId id="1814" r:id="rId49"/>
    <p:sldId id="1815" r:id="rId50"/>
    <p:sldId id="1816" r:id="rId51"/>
    <p:sldId id="1817" r:id="rId52"/>
  </p:sldIdLst>
  <p:sldSz cx="12192000" cy="6858000"/>
  <p:notesSz cx="6858000" cy="9144000"/>
  <p:embeddedFontLst>
    <p:embeddedFont>
      <p:font typeface="Futura Cyrillic Book" panose="020B0502020204020303" pitchFamily="34" charset="0"/>
      <p:regular r:id="rId16"/>
      <p:bold r:id="rId17"/>
      <p:italic r:id="rId18"/>
    </p:embeddedFont>
    <p:embeddedFont>
      <p:font typeface="Futura PT Bold" panose="020B0902020204020203" pitchFamily="34" charset="0"/>
      <p:bold r:id="rId19"/>
    </p:embeddedFont>
    <p:embeddedFont>
      <p:font typeface="Futura PT Book" panose="020B0502020204020303" pitchFamily="34" charset="0"/>
      <p:regular r:id="rId20"/>
    </p:embeddedFont>
    <p:embeddedFont>
      <p:font typeface="Futura PT Book Italic" panose="020B0502020204090303" pitchFamily="34" charset="0"/>
      <p:italic r:id="rId21"/>
    </p:embeddedFont>
    <p:embeddedFont>
      <p:font typeface="Futura PT Light" panose="020B0402020204020303" pitchFamily="34" charset="0"/>
      <p:regular r:id="rId22"/>
    </p:embeddedFont>
    <p:embeddedFont>
      <p:font typeface="Futura PT Medium" panose="020B0602020204020303" pitchFamily="34" charset="0"/>
      <p:regular r:id="rId23"/>
    </p:embeddedFont>
  </p:embeddedFontLst>
  <p:defaultText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273" userDrawn="1">
          <p15:clr>
            <a:srgbClr val="A4A3A4"/>
          </p15:clr>
        </p15:guide>
        <p15:guide id="3" orient="horz" pos="550" userDrawn="1">
          <p15:clr>
            <a:srgbClr val="A4A3A4"/>
          </p15:clr>
        </p15:guide>
        <p15:guide id="4" orient="horz" pos="2500" userDrawn="1">
          <p15:clr>
            <a:srgbClr val="A4A3A4"/>
          </p15:clr>
        </p15:guide>
        <p15:guide id="5" orient="horz" pos="3624" userDrawn="1">
          <p15:clr>
            <a:srgbClr val="A4A3A4"/>
          </p15:clr>
        </p15:guide>
        <p15:guide id="6"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48"/>
    <a:srgbClr val="D50032"/>
    <a:srgbClr val="003349"/>
    <a:srgbClr val="444343"/>
    <a:srgbClr val="F99C33"/>
    <a:srgbClr val="FF9300"/>
    <a:srgbClr val="A20D2C"/>
    <a:srgbClr val="A21D47"/>
    <a:srgbClr val="A68038"/>
    <a:srgbClr val="C2BA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485" autoAdjust="0"/>
    <p:restoredTop sz="96027"/>
  </p:normalViewPr>
  <p:slideViewPr>
    <p:cSldViewPr snapToGrid="0">
      <p:cViewPr varScale="1">
        <p:scale>
          <a:sx n="102" d="100"/>
          <a:sy n="102" d="100"/>
        </p:scale>
        <p:origin x="55" y="562"/>
      </p:cViewPr>
      <p:guideLst>
        <p:guide orient="horz" pos="2273"/>
        <p:guide orient="horz" pos="550"/>
        <p:guide orient="horz" pos="2500"/>
        <p:guide orient="horz" pos="3624"/>
        <p:guide pos="3840"/>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slide" Target="slides/slide2.xml"/><Relationship Id="rId3" Type="http://schemas.openxmlformats.org/officeDocument/2006/relationships/slide" Target="slides/slide1.xml"/><Relationship Id="rId4" Type="http://schemas.openxmlformats.org/officeDocument/2006/relationships/slideMaster" Target="slideMasters/slideMaster1.xml"/><Relationship Id="rId15" Type="http://schemas.openxmlformats.org/officeDocument/2006/relationships/notesMaster" Target="notesMasters/notesMaster1.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4.xml"/><Relationship Id="rId29" Type="http://schemas.openxmlformats.org/officeDocument/2006/relationships/slide" Target="slides/slide5.xml"/><Relationship Id="rId30" Type="http://schemas.openxmlformats.org/officeDocument/2006/relationships/slide" Target="slides/slide6.xml"/><Relationship Id="rId31" Type="http://schemas.openxmlformats.org/officeDocument/2006/relationships/slide" Target="slides/slide7.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slide" Target="slides/slide13.xml"/><Relationship Id="rId38" Type="http://schemas.openxmlformats.org/officeDocument/2006/relationships/slide" Target="slides/slide14.xml"/><Relationship Id="rId39" Type="http://schemas.openxmlformats.org/officeDocument/2006/relationships/slide" Target="slides/slide15.xml"/><Relationship Id="rId40" Type="http://schemas.openxmlformats.org/officeDocument/2006/relationships/slide" Target="slides/slide1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20.xml"/><Relationship Id="rId45" Type="http://schemas.openxmlformats.org/officeDocument/2006/relationships/slide" Target="slides/slide21.xml"/><Relationship Id="rId46" Type="http://schemas.openxmlformats.org/officeDocument/2006/relationships/slide" Target="slides/slide22.xml"/><Relationship Id="rId47" Type="http://schemas.openxmlformats.org/officeDocument/2006/relationships/slide" Target="slides/slide23.xml"/><Relationship Id="rId48" Type="http://schemas.openxmlformats.org/officeDocument/2006/relationships/slide" Target="slides/slide24.xml"/><Relationship Id="rId49" Type="http://schemas.openxmlformats.org/officeDocument/2006/relationships/slide" Target="slides/slide25.xml"/><Relationship Id="rId50" Type="http://schemas.openxmlformats.org/officeDocument/2006/relationships/slide" Target="slides/slide26.xml"/><Relationship Id="rId51" Type="http://schemas.openxmlformats.org/officeDocument/2006/relationships/slide" Target="slides/slide27.xml"/><Relationship Id="rId52"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Futura PT Book" panose="020B0502020204020303" pitchFamily="34" charset="77"/>
              </a:defRPr>
            </a:lvl1pPr>
          </a:lstStyle>
          <a:p>
            <a:endParaRPr lang="en-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Futura PT Book" panose="020B0502020204020303" pitchFamily="34" charset="77"/>
              </a:defRPr>
            </a:lvl1pPr>
          </a:lstStyle>
          <a:p>
            <a:fld id="{5F31DBB7-C8EE-0244-BC36-0C1A22726F59}" type="datetimeFigureOut">
              <a:rPr lang="en-SA" smtClean="0"/>
              <a:pPr/>
              <a:t>09/11/2026</a:t>
            </a:fld>
            <a:endParaRPr lang="en-S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Futura PT Book" panose="020B0502020204020303" pitchFamily="34" charset="77"/>
              </a:defRPr>
            </a:lvl1pPr>
          </a:lstStyle>
          <a:p>
            <a:endParaRPr lang="en-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Futura PT Book" panose="020B0502020204020303" pitchFamily="34" charset="77"/>
              </a:defRPr>
            </a:lvl1pPr>
          </a:lstStyle>
          <a:p>
            <a:fld id="{F2486A35-9BAC-174A-BF8E-CC0B84D05D6E}" type="slidenum">
              <a:rPr lang="en-SA" smtClean="0"/>
              <a:pPr/>
              <a:t>‹#›</a:t>
            </a:fld>
            <a:endParaRPr lang="en-SA"/>
          </a:p>
        </p:txBody>
      </p:sp>
    </p:spTree>
    <p:extLst>
      <p:ext uri="{BB962C8B-B14F-4D97-AF65-F5344CB8AC3E}">
        <p14:creationId xmlns:p14="http://schemas.microsoft.com/office/powerpoint/2010/main" val="3594629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Futura PT Book" panose="020B0502020204020303" pitchFamily="34" charset="77"/>
        <a:ea typeface="+mn-ea"/>
        <a:cs typeface="+mn-cs"/>
      </a:defRPr>
    </a:lvl1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5" Type="http://schemas.openxmlformats.org/officeDocument/2006/relationships/image" Target="../media/image10.svg"/><Relationship Id="rId6" Type="http://schemas.openxmlformats.org/officeDocument/2006/relationships/image" Target="../media/image11.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8" name="body">
            <a:extLst>
              <a:ext uri="{FF2B5EF4-FFF2-40B4-BE49-F238E27FC236}">
                <a16:creationId xmlns:a16="http://schemas.microsoft.com/office/drawing/2014/main" id="{9018BC74-E224-3D74-ED2F-4A15BE628390}"/>
              </a:ext>
            </a:extLst>
          </p:cNvPr>
          <p:cNvSpPr>
            <a:spLocks noGrp="1"/>
          </p:cNvSpPr>
          <p:nvPr>
            <p:ph type="body" sz="quarter" idx="10" hasCustomPrompt="1"/>
          </p:nvPr>
        </p:nvSpPr>
        <p:spPr>
          <a:xfrm>
            <a:off x="3585241" y="3739936"/>
            <a:ext cx="4281808" cy="344133"/>
          </a:xfrm>
          <a:prstGeom prst="rect">
            <a:avLst/>
          </a:prstGeom>
        </p:spPr>
        <p:txBody>
          <a:bodyPr wrap="square">
            <a:spAutoFit/>
          </a:bodyPr>
          <a:lstStyle>
            <a:lvl1pPr marL="0" indent="0" algn="l">
              <a:spcBef>
                <a:spcPts val="0"/>
              </a:spcBef>
              <a:buNone/>
              <a:defRPr sz="1800" b="0" i="0" spc="300">
                <a:solidFill>
                  <a:schemeClr val="bg1"/>
                </a:solidFill>
                <a:latin typeface="Futura PT Book" panose="020B0502020204020303" pitchFamily="34" charset="77"/>
              </a:defRPr>
            </a:lvl1pPr>
          </a:lstStyle>
          <a:p>
            <a:pPr lvl="0"/>
            <a:r>
              <a:rPr lang="en-US" dirty="0"/>
              <a:t>NAME</a:t>
            </a:r>
            <a:endParaRPr lang="en-LB" dirty="0"/>
          </a:p>
        </p:txBody>
      </p:sp>
    </p:spTree>
    <p:extLst>
      <p:ext uri="{BB962C8B-B14F-4D97-AF65-F5344CB8AC3E}">
        <p14:creationId xmlns:p14="http://schemas.microsoft.com/office/powerpoint/2010/main" val="40027237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mage_quote">
    <p:spTree>
      <p:nvGrpSpPr>
        <p:cNvPr id="1" name=""/>
        <p:cNvGrpSpPr/>
        <p:nvPr/>
      </p:nvGrpSpPr>
      <p:grpSpPr>
        <a:xfrm>
          <a:off x="0" y="0"/>
          <a:ext cx="0" cy="0"/>
          <a:chOff x="0" y="0"/>
          <a:chExt cx="0" cy="0"/>
        </a:xfrm>
      </p:grpSpPr>
      <p:sp>
        <p:nvSpPr>
          <p:cNvPr id="27" name="body">
            <a:extLst>
              <a:ext uri="{FF2B5EF4-FFF2-40B4-BE49-F238E27FC236}">
                <a16:creationId xmlns:a16="http://schemas.microsoft.com/office/drawing/2014/main" id="{8E46BC88-AD3C-9A2F-38E0-F3A8B9B657F7}"/>
              </a:ext>
            </a:extLst>
          </p:cNvPr>
          <p:cNvSpPr>
            <a:spLocks noGrp="1"/>
          </p:cNvSpPr>
          <p:nvPr>
            <p:ph type="body" sz="quarter" idx="13" hasCustomPrompt="1"/>
          </p:nvPr>
        </p:nvSpPr>
        <p:spPr>
          <a:xfrm>
            <a:off x="1951039" y="4906484"/>
            <a:ext cx="8289924" cy="1302228"/>
          </a:xfrm>
          <a:prstGeom prst="rect">
            <a:avLst/>
          </a:prstGeom>
        </p:spPr>
        <p:txBody>
          <a:bodyPr lIns="0" tIns="0" rIns="0" bIns="0">
            <a:noAutofit/>
          </a:bodyPr>
          <a:lstStyle>
            <a:lvl1pPr marL="0" indent="0" algn="ctr">
              <a:lnSpc>
                <a:spcPts val="2160"/>
              </a:lnSpc>
              <a:spcBef>
                <a:spcPts val="0"/>
              </a:spcBef>
              <a:buNone/>
              <a:defRPr sz="1470" b="0" i="0">
                <a:solidFill>
                  <a:srgbClr val="003348"/>
                </a:solidFill>
                <a:latin typeface="Futura PT Book" panose="020B0502020204020303" pitchFamily="34" charset="77"/>
              </a:defRPr>
            </a:lvl1pPr>
            <a:lvl2pPr>
              <a:buNone/>
              <a:defRPr sz="1470">
                <a:latin typeface="Futura PT Book Italic" panose="020B0502020204090303" pitchFamily="34" charset="77"/>
              </a:defRPr>
            </a:lvl2pPr>
            <a:lvl3pPr>
              <a:buNone/>
              <a:defRPr sz="1470">
                <a:latin typeface="Futura PT Book Italic" panose="020B0502020204090303" pitchFamily="34" charset="77"/>
              </a:defRPr>
            </a:lvl3pPr>
            <a:lvl4pPr>
              <a:buNone/>
              <a:defRPr sz="1470">
                <a:latin typeface="Futura PT Book Italic" panose="020B0502020204090303" pitchFamily="34" charset="77"/>
              </a:defRPr>
            </a:lvl4pPr>
            <a:lvl5pPr>
              <a:buNone/>
              <a:defRPr sz="1470">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endParaRPr lang="en-US" dirty="0"/>
          </a:p>
        </p:txBody>
      </p:sp>
      <p:sp>
        <p:nvSpPr>
          <p:cNvPr id="8" name="image">
            <a:extLst>
              <a:ext uri="{FF2B5EF4-FFF2-40B4-BE49-F238E27FC236}">
                <a16:creationId xmlns:a16="http://schemas.microsoft.com/office/drawing/2014/main" id="{F794F363-BEA9-1BFB-A42C-0D32C4A9FECA}"/>
              </a:ext>
            </a:extLst>
          </p:cNvPr>
          <p:cNvSpPr>
            <a:spLocks noGrp="1"/>
          </p:cNvSpPr>
          <p:nvPr>
            <p:ph type="pic" sz="quarter" idx="14"/>
          </p:nvPr>
        </p:nvSpPr>
        <p:spPr>
          <a:xfrm>
            <a:off x="1951038" y="649288"/>
            <a:ext cx="8289925" cy="3590925"/>
          </a:xfrm>
          <a:prstGeom prst="rect">
            <a:avLst/>
          </a:prstGeom>
        </p:spPr>
        <p:txBody>
          <a:bodyPr/>
          <a:lstStyle/>
          <a:p>
            <a:endParaRPr lang="en-LB"/>
          </a:p>
        </p:txBody>
      </p:sp>
    </p:spTree>
    <p:extLst>
      <p:ext uri="{BB962C8B-B14F-4D97-AF65-F5344CB8AC3E}">
        <p14:creationId xmlns:p14="http://schemas.microsoft.com/office/powerpoint/2010/main" val="21782088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_image_six">
    <p:spTree>
      <p:nvGrpSpPr>
        <p:cNvPr id="1" name=""/>
        <p:cNvGrpSpPr/>
        <p:nvPr/>
      </p:nvGrpSpPr>
      <p:grpSpPr>
        <a:xfrm>
          <a:off x="0" y="0"/>
          <a:ext cx="0" cy="0"/>
          <a:chOff x="0" y="0"/>
          <a:chExt cx="0" cy="0"/>
        </a:xfrm>
      </p:grpSpPr>
      <p:sp>
        <p:nvSpPr>
          <p:cNvPr id="28" name="image">
            <a:extLst>
              <a:ext uri="{FF2B5EF4-FFF2-40B4-BE49-F238E27FC236}">
                <a16:creationId xmlns:a16="http://schemas.microsoft.com/office/drawing/2014/main" id="{3297CC92-3267-A9CE-2D92-4FDF6711C2E7}"/>
              </a:ext>
            </a:extLst>
          </p:cNvPr>
          <p:cNvSpPr>
            <a:spLocks noGrp="1"/>
          </p:cNvSpPr>
          <p:nvPr>
            <p:ph type="pic" sz="quarter" idx="10"/>
          </p:nvPr>
        </p:nvSpPr>
        <p:spPr>
          <a:xfrm>
            <a:off x="0" y="0"/>
            <a:ext cx="12192000" cy="6858000"/>
          </a:xfrm>
          <a:prstGeom prst="rect">
            <a:avLst/>
          </a:prstGeom>
        </p:spPr>
        <p:txBody>
          <a:bodyPr/>
          <a:lstStyle/>
          <a:p>
            <a:endParaRPr lang="en-LB"/>
          </a:p>
        </p:txBody>
      </p:sp>
      <p:sp>
        <p:nvSpPr>
          <p:cNvPr id="7" name="body_bullet6">
            <a:extLst>
              <a:ext uri="{FF2B5EF4-FFF2-40B4-BE49-F238E27FC236}">
                <a16:creationId xmlns:a16="http://schemas.microsoft.com/office/drawing/2014/main" id="{5BB7B8D0-4732-58D1-A0D1-E664841122BA}"/>
              </a:ext>
            </a:extLst>
          </p:cNvPr>
          <p:cNvSpPr>
            <a:spLocks noGrp="1"/>
          </p:cNvSpPr>
          <p:nvPr>
            <p:ph type="body" sz="quarter" idx="17" hasCustomPrompt="1"/>
          </p:nvPr>
        </p:nvSpPr>
        <p:spPr>
          <a:xfrm>
            <a:off x="971557" y="5015944"/>
            <a:ext cx="10325094" cy="344757"/>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6</a:t>
            </a:r>
          </a:p>
        </p:txBody>
      </p:sp>
      <p:sp>
        <p:nvSpPr>
          <p:cNvPr id="6" name="body_bullet5">
            <a:extLst>
              <a:ext uri="{FF2B5EF4-FFF2-40B4-BE49-F238E27FC236}">
                <a16:creationId xmlns:a16="http://schemas.microsoft.com/office/drawing/2014/main" id="{53C62F4C-9D87-86EE-BB85-DA3226F24038}"/>
              </a:ext>
            </a:extLst>
          </p:cNvPr>
          <p:cNvSpPr>
            <a:spLocks noGrp="1"/>
          </p:cNvSpPr>
          <p:nvPr>
            <p:ph type="body" sz="quarter" idx="16" hasCustomPrompt="1"/>
          </p:nvPr>
        </p:nvSpPr>
        <p:spPr>
          <a:xfrm>
            <a:off x="971557" y="4480064"/>
            <a:ext cx="10325094" cy="344757"/>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5</a:t>
            </a:r>
          </a:p>
        </p:txBody>
      </p:sp>
      <p:sp>
        <p:nvSpPr>
          <p:cNvPr id="5" name="body_bullet4">
            <a:extLst>
              <a:ext uri="{FF2B5EF4-FFF2-40B4-BE49-F238E27FC236}">
                <a16:creationId xmlns:a16="http://schemas.microsoft.com/office/drawing/2014/main" id="{48ABA886-9787-49AA-5CEF-308A6572F9BA}"/>
              </a:ext>
            </a:extLst>
          </p:cNvPr>
          <p:cNvSpPr>
            <a:spLocks noGrp="1"/>
          </p:cNvSpPr>
          <p:nvPr>
            <p:ph type="body" sz="quarter" idx="15" hasCustomPrompt="1"/>
          </p:nvPr>
        </p:nvSpPr>
        <p:spPr>
          <a:xfrm>
            <a:off x="971557" y="3944183"/>
            <a:ext cx="10325094" cy="344757"/>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4</a:t>
            </a:r>
          </a:p>
        </p:txBody>
      </p:sp>
      <p:sp>
        <p:nvSpPr>
          <p:cNvPr id="4" name="body_bullet3">
            <a:extLst>
              <a:ext uri="{FF2B5EF4-FFF2-40B4-BE49-F238E27FC236}">
                <a16:creationId xmlns:a16="http://schemas.microsoft.com/office/drawing/2014/main" id="{DC4DF569-76FF-D791-D6E4-A55D4B5B073C}"/>
              </a:ext>
            </a:extLst>
          </p:cNvPr>
          <p:cNvSpPr>
            <a:spLocks noGrp="1"/>
          </p:cNvSpPr>
          <p:nvPr>
            <p:ph type="body" sz="quarter" idx="14" hasCustomPrompt="1"/>
          </p:nvPr>
        </p:nvSpPr>
        <p:spPr>
          <a:xfrm>
            <a:off x="971557" y="3408302"/>
            <a:ext cx="10325094" cy="344758"/>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3</a:t>
            </a:r>
          </a:p>
        </p:txBody>
      </p:sp>
      <p:sp>
        <p:nvSpPr>
          <p:cNvPr id="2" name="body_bullet2">
            <a:extLst>
              <a:ext uri="{FF2B5EF4-FFF2-40B4-BE49-F238E27FC236}">
                <a16:creationId xmlns:a16="http://schemas.microsoft.com/office/drawing/2014/main" id="{79B12A9B-3205-E095-E683-466F71BC6973}"/>
              </a:ext>
            </a:extLst>
          </p:cNvPr>
          <p:cNvSpPr>
            <a:spLocks noGrp="1"/>
          </p:cNvSpPr>
          <p:nvPr>
            <p:ph type="body" sz="quarter" idx="13" hasCustomPrompt="1"/>
          </p:nvPr>
        </p:nvSpPr>
        <p:spPr>
          <a:xfrm>
            <a:off x="971557" y="2872421"/>
            <a:ext cx="10325094" cy="344759"/>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2</a:t>
            </a:r>
          </a:p>
        </p:txBody>
      </p:sp>
      <p:sp>
        <p:nvSpPr>
          <p:cNvPr id="34" name="body_bullet1">
            <a:extLst>
              <a:ext uri="{FF2B5EF4-FFF2-40B4-BE49-F238E27FC236}">
                <a16:creationId xmlns:a16="http://schemas.microsoft.com/office/drawing/2014/main" id="{44BB1FF2-7125-8391-662A-4CA9F6C4FEE2}"/>
              </a:ext>
            </a:extLst>
          </p:cNvPr>
          <p:cNvSpPr>
            <a:spLocks noGrp="1"/>
          </p:cNvSpPr>
          <p:nvPr>
            <p:ph type="body" sz="quarter" idx="12" hasCustomPrompt="1"/>
          </p:nvPr>
        </p:nvSpPr>
        <p:spPr>
          <a:xfrm>
            <a:off x="971557" y="2336540"/>
            <a:ext cx="10325094" cy="344759"/>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1</a:t>
            </a:r>
          </a:p>
        </p:txBody>
      </p:sp>
      <p:sp>
        <p:nvSpPr>
          <p:cNvPr id="3" name="title">
            <a:extLst>
              <a:ext uri="{FF2B5EF4-FFF2-40B4-BE49-F238E27FC236}">
                <a16:creationId xmlns:a16="http://schemas.microsoft.com/office/drawing/2014/main" id="{90428EBC-0E1E-E531-CC54-3C4CDDAF2762}"/>
              </a:ext>
            </a:extLst>
          </p:cNvPr>
          <p:cNvSpPr>
            <a:spLocks noGrp="1"/>
          </p:cNvSpPr>
          <p:nvPr>
            <p:ph type="title" hasCustomPrompt="1"/>
          </p:nvPr>
        </p:nvSpPr>
        <p:spPr>
          <a:xfrm>
            <a:off x="971557" y="1419749"/>
            <a:ext cx="10325094" cy="579172"/>
          </a:xfrm>
          <a:prstGeom prst="rect">
            <a:avLst/>
          </a:prstGeom>
        </p:spPr>
        <p:txBody>
          <a:bodyPr/>
          <a:lstStyle>
            <a:lvl1pPr algn="ctr">
              <a:defRPr sz="2800" b="1" i="0">
                <a:solidFill>
                  <a:schemeClr val="bg1"/>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4164426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_image_five">
    <p:spTree>
      <p:nvGrpSpPr>
        <p:cNvPr id="1" name=""/>
        <p:cNvGrpSpPr/>
        <p:nvPr/>
      </p:nvGrpSpPr>
      <p:grpSpPr>
        <a:xfrm>
          <a:off x="0" y="0"/>
          <a:ext cx="0" cy="0"/>
          <a:chOff x="0" y="0"/>
          <a:chExt cx="0" cy="0"/>
        </a:xfrm>
      </p:grpSpPr>
      <p:sp>
        <p:nvSpPr>
          <p:cNvPr id="28" name="image">
            <a:extLst>
              <a:ext uri="{FF2B5EF4-FFF2-40B4-BE49-F238E27FC236}">
                <a16:creationId xmlns:a16="http://schemas.microsoft.com/office/drawing/2014/main" id="{3297CC92-3267-A9CE-2D92-4FDF6711C2E7}"/>
              </a:ext>
            </a:extLst>
          </p:cNvPr>
          <p:cNvSpPr>
            <a:spLocks noGrp="1"/>
          </p:cNvSpPr>
          <p:nvPr>
            <p:ph type="pic" sz="quarter" idx="10"/>
          </p:nvPr>
        </p:nvSpPr>
        <p:spPr>
          <a:xfrm>
            <a:off x="0" y="0"/>
            <a:ext cx="12192000" cy="6858000"/>
          </a:xfrm>
          <a:prstGeom prst="rect">
            <a:avLst/>
          </a:prstGeom>
        </p:spPr>
        <p:txBody>
          <a:bodyPr/>
          <a:lstStyle/>
          <a:p>
            <a:endParaRPr lang="en-LB"/>
          </a:p>
        </p:txBody>
      </p:sp>
      <p:sp>
        <p:nvSpPr>
          <p:cNvPr id="14" name="body_bullet5">
            <a:extLst>
              <a:ext uri="{FF2B5EF4-FFF2-40B4-BE49-F238E27FC236}">
                <a16:creationId xmlns:a16="http://schemas.microsoft.com/office/drawing/2014/main" id="{17FF6C18-B7B7-8A2F-3403-9E0516D64D44}"/>
              </a:ext>
            </a:extLst>
          </p:cNvPr>
          <p:cNvSpPr>
            <a:spLocks noGrp="1"/>
          </p:cNvSpPr>
          <p:nvPr>
            <p:ph type="body" sz="quarter" idx="16" hasCustomPrompt="1"/>
          </p:nvPr>
        </p:nvSpPr>
        <p:spPr>
          <a:xfrm>
            <a:off x="971557" y="4480064"/>
            <a:ext cx="10325094" cy="344757"/>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5</a:t>
            </a:r>
          </a:p>
        </p:txBody>
      </p:sp>
      <p:sp>
        <p:nvSpPr>
          <p:cNvPr id="15" name="body_bullet4">
            <a:extLst>
              <a:ext uri="{FF2B5EF4-FFF2-40B4-BE49-F238E27FC236}">
                <a16:creationId xmlns:a16="http://schemas.microsoft.com/office/drawing/2014/main" id="{30B8BC8A-72A3-315A-F6AA-8AFC9E1EDB12}"/>
              </a:ext>
            </a:extLst>
          </p:cNvPr>
          <p:cNvSpPr>
            <a:spLocks noGrp="1"/>
          </p:cNvSpPr>
          <p:nvPr>
            <p:ph type="body" sz="quarter" idx="15" hasCustomPrompt="1"/>
          </p:nvPr>
        </p:nvSpPr>
        <p:spPr>
          <a:xfrm>
            <a:off x="971557" y="3944183"/>
            <a:ext cx="10325094" cy="344757"/>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4</a:t>
            </a:r>
          </a:p>
        </p:txBody>
      </p:sp>
      <p:sp>
        <p:nvSpPr>
          <p:cNvPr id="16" name="body_bullet3">
            <a:extLst>
              <a:ext uri="{FF2B5EF4-FFF2-40B4-BE49-F238E27FC236}">
                <a16:creationId xmlns:a16="http://schemas.microsoft.com/office/drawing/2014/main" id="{B268FBE0-2CD6-4832-705E-AE98422F5BEB}"/>
              </a:ext>
            </a:extLst>
          </p:cNvPr>
          <p:cNvSpPr>
            <a:spLocks noGrp="1"/>
          </p:cNvSpPr>
          <p:nvPr>
            <p:ph type="body" sz="quarter" idx="14" hasCustomPrompt="1"/>
          </p:nvPr>
        </p:nvSpPr>
        <p:spPr>
          <a:xfrm>
            <a:off x="971557" y="3408302"/>
            <a:ext cx="10325094" cy="344758"/>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3</a:t>
            </a:r>
          </a:p>
        </p:txBody>
      </p:sp>
      <p:sp>
        <p:nvSpPr>
          <p:cNvPr id="17" name="body_bullet2">
            <a:extLst>
              <a:ext uri="{FF2B5EF4-FFF2-40B4-BE49-F238E27FC236}">
                <a16:creationId xmlns:a16="http://schemas.microsoft.com/office/drawing/2014/main" id="{649B1650-EFDB-D485-265B-C0FAC65DFCE2}"/>
              </a:ext>
            </a:extLst>
          </p:cNvPr>
          <p:cNvSpPr>
            <a:spLocks noGrp="1"/>
          </p:cNvSpPr>
          <p:nvPr>
            <p:ph type="body" sz="quarter" idx="13" hasCustomPrompt="1"/>
          </p:nvPr>
        </p:nvSpPr>
        <p:spPr>
          <a:xfrm>
            <a:off x="971557" y="2872421"/>
            <a:ext cx="10325094" cy="344759"/>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2</a:t>
            </a:r>
          </a:p>
        </p:txBody>
      </p:sp>
      <p:sp>
        <p:nvSpPr>
          <p:cNvPr id="18" name="body_bullet1">
            <a:extLst>
              <a:ext uri="{FF2B5EF4-FFF2-40B4-BE49-F238E27FC236}">
                <a16:creationId xmlns:a16="http://schemas.microsoft.com/office/drawing/2014/main" id="{D3FECF97-3146-442E-ACD6-0CDFBAC1054D}"/>
              </a:ext>
            </a:extLst>
          </p:cNvPr>
          <p:cNvSpPr>
            <a:spLocks noGrp="1"/>
          </p:cNvSpPr>
          <p:nvPr>
            <p:ph type="body" sz="quarter" idx="12" hasCustomPrompt="1"/>
          </p:nvPr>
        </p:nvSpPr>
        <p:spPr>
          <a:xfrm>
            <a:off x="971557" y="2336540"/>
            <a:ext cx="10325094" cy="344759"/>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1</a:t>
            </a:r>
          </a:p>
        </p:txBody>
      </p:sp>
      <p:sp>
        <p:nvSpPr>
          <p:cNvPr id="7" name="title">
            <a:extLst>
              <a:ext uri="{FF2B5EF4-FFF2-40B4-BE49-F238E27FC236}">
                <a16:creationId xmlns:a16="http://schemas.microsoft.com/office/drawing/2014/main" id="{7C288796-C2E6-AA39-823C-00AE3EE1C19D}"/>
              </a:ext>
            </a:extLst>
          </p:cNvPr>
          <p:cNvSpPr>
            <a:spLocks noGrp="1"/>
          </p:cNvSpPr>
          <p:nvPr>
            <p:ph type="title" hasCustomPrompt="1"/>
          </p:nvPr>
        </p:nvSpPr>
        <p:spPr>
          <a:xfrm>
            <a:off x="971557" y="1419749"/>
            <a:ext cx="10325094" cy="579172"/>
          </a:xfrm>
          <a:prstGeom prst="rect">
            <a:avLst/>
          </a:prstGeom>
        </p:spPr>
        <p:txBody>
          <a:bodyPr/>
          <a:lstStyle>
            <a:lvl1pPr algn="ctr">
              <a:defRPr sz="2800" b="1" i="0">
                <a:solidFill>
                  <a:schemeClr val="bg1"/>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1125524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_image_four">
    <p:spTree>
      <p:nvGrpSpPr>
        <p:cNvPr id="1" name=""/>
        <p:cNvGrpSpPr/>
        <p:nvPr/>
      </p:nvGrpSpPr>
      <p:grpSpPr>
        <a:xfrm>
          <a:off x="0" y="0"/>
          <a:ext cx="0" cy="0"/>
          <a:chOff x="0" y="0"/>
          <a:chExt cx="0" cy="0"/>
        </a:xfrm>
      </p:grpSpPr>
      <p:sp>
        <p:nvSpPr>
          <p:cNvPr id="28" name="image">
            <a:extLst>
              <a:ext uri="{FF2B5EF4-FFF2-40B4-BE49-F238E27FC236}">
                <a16:creationId xmlns:a16="http://schemas.microsoft.com/office/drawing/2014/main" id="{3297CC92-3267-A9CE-2D92-4FDF6711C2E7}"/>
              </a:ext>
            </a:extLst>
          </p:cNvPr>
          <p:cNvSpPr>
            <a:spLocks noGrp="1"/>
          </p:cNvSpPr>
          <p:nvPr>
            <p:ph type="pic" sz="quarter" idx="10"/>
          </p:nvPr>
        </p:nvSpPr>
        <p:spPr>
          <a:xfrm>
            <a:off x="0" y="0"/>
            <a:ext cx="12192000" cy="6858000"/>
          </a:xfrm>
          <a:prstGeom prst="rect">
            <a:avLst/>
          </a:prstGeom>
        </p:spPr>
        <p:txBody>
          <a:bodyPr/>
          <a:lstStyle/>
          <a:p>
            <a:endParaRPr lang="en-LB"/>
          </a:p>
        </p:txBody>
      </p:sp>
      <p:sp>
        <p:nvSpPr>
          <p:cNvPr id="7" name="body_bullet4">
            <a:extLst>
              <a:ext uri="{FF2B5EF4-FFF2-40B4-BE49-F238E27FC236}">
                <a16:creationId xmlns:a16="http://schemas.microsoft.com/office/drawing/2014/main" id="{ED0F9ABF-D301-59C1-23E3-A8B6628717F7}"/>
              </a:ext>
            </a:extLst>
          </p:cNvPr>
          <p:cNvSpPr>
            <a:spLocks noGrp="1"/>
          </p:cNvSpPr>
          <p:nvPr>
            <p:ph type="body" sz="quarter" idx="15" hasCustomPrompt="1"/>
          </p:nvPr>
        </p:nvSpPr>
        <p:spPr>
          <a:xfrm>
            <a:off x="971557" y="3944183"/>
            <a:ext cx="10325094" cy="344757"/>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4</a:t>
            </a:r>
          </a:p>
        </p:txBody>
      </p:sp>
      <p:sp>
        <p:nvSpPr>
          <p:cNvPr id="14" name="body_bullet3">
            <a:extLst>
              <a:ext uri="{FF2B5EF4-FFF2-40B4-BE49-F238E27FC236}">
                <a16:creationId xmlns:a16="http://schemas.microsoft.com/office/drawing/2014/main" id="{CA8F0C0C-1696-0BCA-7926-AC79CBEC25EA}"/>
              </a:ext>
            </a:extLst>
          </p:cNvPr>
          <p:cNvSpPr>
            <a:spLocks noGrp="1"/>
          </p:cNvSpPr>
          <p:nvPr>
            <p:ph type="body" sz="quarter" idx="14" hasCustomPrompt="1"/>
          </p:nvPr>
        </p:nvSpPr>
        <p:spPr>
          <a:xfrm>
            <a:off x="971557" y="3408302"/>
            <a:ext cx="10325094" cy="344758"/>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3</a:t>
            </a:r>
          </a:p>
        </p:txBody>
      </p:sp>
      <p:sp>
        <p:nvSpPr>
          <p:cNvPr id="15" name="body_bullet2">
            <a:extLst>
              <a:ext uri="{FF2B5EF4-FFF2-40B4-BE49-F238E27FC236}">
                <a16:creationId xmlns:a16="http://schemas.microsoft.com/office/drawing/2014/main" id="{A4B43194-4802-A216-9D02-77EA49FCF729}"/>
              </a:ext>
            </a:extLst>
          </p:cNvPr>
          <p:cNvSpPr>
            <a:spLocks noGrp="1"/>
          </p:cNvSpPr>
          <p:nvPr>
            <p:ph type="body" sz="quarter" idx="13" hasCustomPrompt="1"/>
          </p:nvPr>
        </p:nvSpPr>
        <p:spPr>
          <a:xfrm>
            <a:off x="971557" y="2872421"/>
            <a:ext cx="10325094" cy="344759"/>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2</a:t>
            </a:r>
          </a:p>
        </p:txBody>
      </p:sp>
      <p:sp>
        <p:nvSpPr>
          <p:cNvPr id="16" name="body_bullet1">
            <a:extLst>
              <a:ext uri="{FF2B5EF4-FFF2-40B4-BE49-F238E27FC236}">
                <a16:creationId xmlns:a16="http://schemas.microsoft.com/office/drawing/2014/main" id="{85FF8E54-89CF-B599-7CD5-BC947BE25DB2}"/>
              </a:ext>
            </a:extLst>
          </p:cNvPr>
          <p:cNvSpPr>
            <a:spLocks noGrp="1"/>
          </p:cNvSpPr>
          <p:nvPr>
            <p:ph type="body" sz="quarter" idx="12" hasCustomPrompt="1"/>
          </p:nvPr>
        </p:nvSpPr>
        <p:spPr>
          <a:xfrm>
            <a:off x="971557" y="2336540"/>
            <a:ext cx="10325094" cy="344759"/>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1</a:t>
            </a:r>
          </a:p>
        </p:txBody>
      </p:sp>
      <p:sp>
        <p:nvSpPr>
          <p:cNvPr id="6" name="title">
            <a:extLst>
              <a:ext uri="{FF2B5EF4-FFF2-40B4-BE49-F238E27FC236}">
                <a16:creationId xmlns:a16="http://schemas.microsoft.com/office/drawing/2014/main" id="{C79B2DCD-9911-2301-BF2B-8EF0DC72AE51}"/>
              </a:ext>
            </a:extLst>
          </p:cNvPr>
          <p:cNvSpPr>
            <a:spLocks noGrp="1"/>
          </p:cNvSpPr>
          <p:nvPr>
            <p:ph type="title" hasCustomPrompt="1"/>
          </p:nvPr>
        </p:nvSpPr>
        <p:spPr>
          <a:xfrm>
            <a:off x="971557" y="1419749"/>
            <a:ext cx="10325094" cy="579172"/>
          </a:xfrm>
          <a:prstGeom prst="rect">
            <a:avLst/>
          </a:prstGeom>
        </p:spPr>
        <p:txBody>
          <a:bodyPr/>
          <a:lstStyle>
            <a:lvl1pPr algn="ctr">
              <a:defRPr sz="2800" b="1" i="0">
                <a:solidFill>
                  <a:schemeClr val="bg1"/>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1297824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_image_three">
    <p:spTree>
      <p:nvGrpSpPr>
        <p:cNvPr id="1" name=""/>
        <p:cNvGrpSpPr/>
        <p:nvPr/>
      </p:nvGrpSpPr>
      <p:grpSpPr>
        <a:xfrm>
          <a:off x="0" y="0"/>
          <a:ext cx="0" cy="0"/>
          <a:chOff x="0" y="0"/>
          <a:chExt cx="0" cy="0"/>
        </a:xfrm>
      </p:grpSpPr>
      <p:sp>
        <p:nvSpPr>
          <p:cNvPr id="28" name="image">
            <a:extLst>
              <a:ext uri="{FF2B5EF4-FFF2-40B4-BE49-F238E27FC236}">
                <a16:creationId xmlns:a16="http://schemas.microsoft.com/office/drawing/2014/main" id="{3297CC92-3267-A9CE-2D92-4FDF6711C2E7}"/>
              </a:ext>
            </a:extLst>
          </p:cNvPr>
          <p:cNvSpPr>
            <a:spLocks noGrp="1"/>
          </p:cNvSpPr>
          <p:nvPr>
            <p:ph type="pic" sz="quarter" idx="10"/>
          </p:nvPr>
        </p:nvSpPr>
        <p:spPr>
          <a:xfrm>
            <a:off x="0" y="0"/>
            <a:ext cx="12192000" cy="6858000"/>
          </a:xfrm>
          <a:prstGeom prst="rect">
            <a:avLst/>
          </a:prstGeom>
        </p:spPr>
        <p:txBody>
          <a:bodyPr/>
          <a:lstStyle/>
          <a:p>
            <a:endParaRPr lang="en-LB"/>
          </a:p>
        </p:txBody>
      </p:sp>
      <p:sp>
        <p:nvSpPr>
          <p:cNvPr id="7" name="body_bullet3">
            <a:extLst>
              <a:ext uri="{FF2B5EF4-FFF2-40B4-BE49-F238E27FC236}">
                <a16:creationId xmlns:a16="http://schemas.microsoft.com/office/drawing/2014/main" id="{D5AB5284-1895-EA6D-2995-B15A0A75DFC0}"/>
              </a:ext>
            </a:extLst>
          </p:cNvPr>
          <p:cNvSpPr>
            <a:spLocks noGrp="1"/>
          </p:cNvSpPr>
          <p:nvPr>
            <p:ph type="body" sz="quarter" idx="14" hasCustomPrompt="1"/>
          </p:nvPr>
        </p:nvSpPr>
        <p:spPr>
          <a:xfrm>
            <a:off x="971557" y="3408302"/>
            <a:ext cx="10325094" cy="344758"/>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3</a:t>
            </a:r>
          </a:p>
        </p:txBody>
      </p:sp>
      <p:sp>
        <p:nvSpPr>
          <p:cNvPr id="14" name="body_bullet2">
            <a:extLst>
              <a:ext uri="{FF2B5EF4-FFF2-40B4-BE49-F238E27FC236}">
                <a16:creationId xmlns:a16="http://schemas.microsoft.com/office/drawing/2014/main" id="{FB29DEA3-8320-EE1C-2FEA-F2B0520B1F79}"/>
              </a:ext>
            </a:extLst>
          </p:cNvPr>
          <p:cNvSpPr>
            <a:spLocks noGrp="1"/>
          </p:cNvSpPr>
          <p:nvPr>
            <p:ph type="body" sz="quarter" idx="13" hasCustomPrompt="1"/>
          </p:nvPr>
        </p:nvSpPr>
        <p:spPr>
          <a:xfrm>
            <a:off x="971557" y="2872421"/>
            <a:ext cx="10325094" cy="344759"/>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2</a:t>
            </a:r>
          </a:p>
        </p:txBody>
      </p:sp>
      <p:sp>
        <p:nvSpPr>
          <p:cNvPr id="15" name="body_bullet1">
            <a:extLst>
              <a:ext uri="{FF2B5EF4-FFF2-40B4-BE49-F238E27FC236}">
                <a16:creationId xmlns:a16="http://schemas.microsoft.com/office/drawing/2014/main" id="{6F817EB6-5C04-6BD2-436E-7E4A3B7C1F00}"/>
              </a:ext>
            </a:extLst>
          </p:cNvPr>
          <p:cNvSpPr>
            <a:spLocks noGrp="1"/>
          </p:cNvSpPr>
          <p:nvPr>
            <p:ph type="body" sz="quarter" idx="12" hasCustomPrompt="1"/>
          </p:nvPr>
        </p:nvSpPr>
        <p:spPr>
          <a:xfrm>
            <a:off x="971557" y="2336540"/>
            <a:ext cx="10325094" cy="344759"/>
          </a:xfrm>
          <a:prstGeom prst="rect">
            <a:avLst/>
          </a:prstGeom>
        </p:spPr>
        <p:txBody>
          <a:bodyPr/>
          <a:lstStyle>
            <a:lvl1pPr marL="0" indent="-306000" algn="ctr">
              <a:lnSpc>
                <a:spcPct val="100000"/>
              </a:lnSpc>
              <a:spcBef>
                <a:spcPts val="0"/>
              </a:spcBef>
              <a:buFont typeface="Arial" panose="020B0604020202020204" pitchFamily="34" charset="0"/>
              <a:buChar char="•"/>
              <a:defRPr sz="1470" b="0" i="0">
                <a:solidFill>
                  <a:schemeClr val="bg1"/>
                </a:solidFill>
                <a:latin typeface="Futura PT Book" panose="020B0502020204020303" pitchFamily="34" charset="77"/>
              </a:defRPr>
            </a:lvl1pPr>
            <a:lvl2pPr>
              <a:buNone/>
              <a:defRPr sz="2000">
                <a:latin typeface="Futura PT Book Italic" panose="020B0502020204090303" pitchFamily="34" charset="77"/>
              </a:defRPr>
            </a:lvl2pPr>
            <a:lvl3pPr>
              <a:buNone/>
              <a:defRPr sz="2000">
                <a:latin typeface="Futura PT Book Italic" panose="020B0502020204090303" pitchFamily="34" charset="77"/>
              </a:defRPr>
            </a:lvl3pPr>
            <a:lvl4pPr>
              <a:buNone/>
              <a:defRPr sz="2000">
                <a:latin typeface="Futura PT Book Italic" panose="020B0502020204090303" pitchFamily="34" charset="77"/>
              </a:defRPr>
            </a:lvl4pPr>
            <a:lvl5pPr>
              <a:buNone/>
              <a:defRPr sz="2000">
                <a:latin typeface="Futura PT Book Italic" panose="020B0502020204090303" pitchFamily="34" charset="77"/>
              </a:defRPr>
            </a:lvl5pPr>
          </a:lstStyle>
          <a:p>
            <a:pPr lvl="0"/>
            <a:r>
              <a:rPr lang="en-US" dirty="0"/>
              <a:t>Bullet 1</a:t>
            </a:r>
          </a:p>
        </p:txBody>
      </p:sp>
      <p:sp>
        <p:nvSpPr>
          <p:cNvPr id="5" name="title">
            <a:extLst>
              <a:ext uri="{FF2B5EF4-FFF2-40B4-BE49-F238E27FC236}">
                <a16:creationId xmlns:a16="http://schemas.microsoft.com/office/drawing/2014/main" id="{D3147C05-4C10-D682-6CEB-7D8D03CB498E}"/>
              </a:ext>
            </a:extLst>
          </p:cNvPr>
          <p:cNvSpPr>
            <a:spLocks noGrp="1"/>
          </p:cNvSpPr>
          <p:nvPr>
            <p:ph type="title" hasCustomPrompt="1"/>
          </p:nvPr>
        </p:nvSpPr>
        <p:spPr>
          <a:xfrm>
            <a:off x="971557" y="1419749"/>
            <a:ext cx="10325094" cy="579172"/>
          </a:xfrm>
          <a:prstGeom prst="rect">
            <a:avLst/>
          </a:prstGeom>
        </p:spPr>
        <p:txBody>
          <a:bodyPr/>
          <a:lstStyle>
            <a:lvl1pPr algn="ctr">
              <a:defRPr sz="2800" b="1" i="0">
                <a:solidFill>
                  <a:schemeClr val="bg1"/>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1249644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_dark_title_one_line">
    <p:bg>
      <p:bgPr>
        <a:solidFill>
          <a:schemeClr val="bg1"/>
        </a:solidFill>
        <a:effectLst/>
      </p:bgPr>
    </p:bg>
    <p:spTree>
      <p:nvGrpSpPr>
        <p:cNvPr id="1" name=""/>
        <p:cNvGrpSpPr/>
        <p:nvPr/>
      </p:nvGrpSpPr>
      <p:grpSpPr>
        <a:xfrm>
          <a:off x="0" y="0"/>
          <a:ext cx="0" cy="0"/>
          <a:chOff x="0" y="0"/>
          <a:chExt cx="0" cy="0"/>
        </a:xfrm>
      </p:grpSpPr>
      <p:sp>
        <p:nvSpPr>
          <p:cNvPr id="12" name="body">
            <a:extLst>
              <a:ext uri="{FF2B5EF4-FFF2-40B4-BE49-F238E27FC236}">
                <a16:creationId xmlns:a16="http://schemas.microsoft.com/office/drawing/2014/main" id="{CB4F4D69-C118-5D85-EBE6-2A14914504BA}"/>
              </a:ext>
            </a:extLst>
          </p:cNvPr>
          <p:cNvSpPr>
            <a:spLocks noGrp="1"/>
          </p:cNvSpPr>
          <p:nvPr>
            <p:ph type="body" sz="quarter" idx="12" hasCustomPrompt="1"/>
          </p:nvPr>
        </p:nvSpPr>
        <p:spPr>
          <a:xfrm>
            <a:off x="2378813" y="3128968"/>
            <a:ext cx="7434375" cy="1862155"/>
          </a:xfrm>
          <a:prstGeom prst="rect">
            <a:avLst/>
          </a:prstGeom>
        </p:spPr>
        <p:txBody>
          <a:bodyPr lIns="0" tIns="0" rIns="0" bIns="0"/>
          <a:lstStyle>
            <a:lvl1pPr marL="0" marR="0" indent="0" algn="ctr" defTabSz="914400" rtl="0" eaLnBrk="1" fontAlgn="auto" latinLnBrk="0" hangingPunct="1">
              <a:lnSpc>
                <a:spcPct val="90000"/>
              </a:lnSpc>
              <a:spcBef>
                <a:spcPts val="0"/>
              </a:spcBef>
              <a:spcAft>
                <a:spcPts val="0"/>
              </a:spcAft>
              <a:buClrTx/>
              <a:buSzTx/>
              <a:buFont typeface="Arial" panose="020B0604020202020204" pitchFamily="34" charset="0"/>
              <a:buNone/>
              <a:tabLst/>
              <a:defRPr sz="1470" b="0" i="0">
                <a:solidFill>
                  <a:schemeClr val="bg1"/>
                </a:solidFill>
                <a:latin typeface="Futura PT Book" panose="020B0502020204020303" pitchFamily="34" charset="77"/>
              </a:defRPr>
            </a:lvl1pPr>
            <a:lvl2pPr indent="0" algn="ctr">
              <a:buNone/>
              <a:defRPr sz="4270" b="1">
                <a:solidFill>
                  <a:schemeClr val="bg1"/>
                </a:solidFill>
                <a:latin typeface="Futura PT Book Italic" panose="020B0502020204090303" pitchFamily="34" charset="77"/>
              </a:defRPr>
            </a:lvl2pPr>
            <a:lvl3pPr indent="0" algn="ctr">
              <a:buNone/>
              <a:defRPr sz="4270" b="1">
                <a:solidFill>
                  <a:schemeClr val="bg1"/>
                </a:solidFill>
                <a:latin typeface="Futura PT Book Italic" panose="020B0502020204090303" pitchFamily="34" charset="77"/>
              </a:defRPr>
            </a:lvl3pPr>
            <a:lvl4pPr indent="0" algn="ctr">
              <a:buNone/>
              <a:defRPr sz="4270" b="1">
                <a:solidFill>
                  <a:schemeClr val="bg1"/>
                </a:solidFill>
                <a:latin typeface="Futura PT Book Italic" panose="020B0502020204090303" pitchFamily="34" charset="77"/>
              </a:defRPr>
            </a:lvl4pPr>
            <a:lvl5pPr indent="0" algn="ctr">
              <a:buNone/>
              <a:defRPr sz="4270" b="1">
                <a:solidFill>
                  <a:schemeClr val="bg1"/>
                </a:solidFill>
                <a:latin typeface="Futura PT Book Italic" panose="020B0502020204090303" pitchFamily="34" charset="77"/>
              </a:defRPr>
            </a:lvl5pPr>
          </a:lstStyle>
          <a:p>
            <a:pPr marL="0" marR="0" lvl="0" indent="0" algn="ctr"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lang="en-US" dirty="0"/>
              <a:t>DESCRIPTOR TEXT</a:t>
            </a:r>
          </a:p>
        </p:txBody>
      </p:sp>
      <p:sp>
        <p:nvSpPr>
          <p:cNvPr id="6" name="title">
            <a:extLst>
              <a:ext uri="{FF2B5EF4-FFF2-40B4-BE49-F238E27FC236}">
                <a16:creationId xmlns:a16="http://schemas.microsoft.com/office/drawing/2014/main" id="{C368AD18-D165-8B15-C827-E484298FB027}"/>
              </a:ext>
            </a:extLst>
          </p:cNvPr>
          <p:cNvSpPr>
            <a:spLocks noGrp="1"/>
          </p:cNvSpPr>
          <p:nvPr>
            <p:ph type="title" hasCustomPrompt="1"/>
          </p:nvPr>
        </p:nvSpPr>
        <p:spPr>
          <a:xfrm>
            <a:off x="2378813" y="2397219"/>
            <a:ext cx="7434375" cy="370366"/>
          </a:xfrm>
          <a:prstGeom prst="rect">
            <a:avLst/>
          </a:prstGeom>
        </p:spPr>
        <p:txBody>
          <a:bodyPr/>
          <a:lstStyle>
            <a:lvl1pPr algn="ctr">
              <a:defRPr sz="2800" b="1" i="0">
                <a:solidFill>
                  <a:schemeClr val="bg1"/>
                </a:solidFill>
                <a:latin typeface="Futura PT Bold" panose="020B0502020204020303" pitchFamily="34" charset="77"/>
              </a:defRPr>
            </a:lvl1pPr>
          </a:lstStyle>
          <a:p>
            <a:pPr lvl="0"/>
            <a:r>
              <a:rPr lang="en-US" dirty="0"/>
              <a:t>MAJOR DIVIDER IN ONE LINE</a:t>
            </a:r>
          </a:p>
        </p:txBody>
      </p:sp>
    </p:spTree>
    <p:extLst>
      <p:ext uri="{BB962C8B-B14F-4D97-AF65-F5344CB8AC3E}">
        <p14:creationId xmlns:p14="http://schemas.microsoft.com/office/powerpoint/2010/main" val="2464336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_dark_title_two_lines">
    <p:bg>
      <p:bgPr>
        <a:solidFill>
          <a:schemeClr val="bg1"/>
        </a:solidFill>
        <a:effectLst/>
      </p:bgPr>
    </p:bg>
    <p:spTree>
      <p:nvGrpSpPr>
        <p:cNvPr id="1" name=""/>
        <p:cNvGrpSpPr/>
        <p:nvPr/>
      </p:nvGrpSpPr>
      <p:grpSpPr>
        <a:xfrm>
          <a:off x="0" y="0"/>
          <a:ext cx="0" cy="0"/>
          <a:chOff x="0" y="0"/>
          <a:chExt cx="0" cy="0"/>
        </a:xfrm>
      </p:grpSpPr>
      <p:sp>
        <p:nvSpPr>
          <p:cNvPr id="2" name="body">
            <a:extLst>
              <a:ext uri="{FF2B5EF4-FFF2-40B4-BE49-F238E27FC236}">
                <a16:creationId xmlns:a16="http://schemas.microsoft.com/office/drawing/2014/main" id="{1B107267-8938-DDD3-A36D-CB686C978DDE}"/>
              </a:ext>
            </a:extLst>
          </p:cNvPr>
          <p:cNvSpPr>
            <a:spLocks noGrp="1"/>
          </p:cNvSpPr>
          <p:nvPr>
            <p:ph type="body" sz="quarter" idx="12" hasCustomPrompt="1"/>
          </p:nvPr>
        </p:nvSpPr>
        <p:spPr>
          <a:xfrm>
            <a:off x="2378813" y="3499972"/>
            <a:ext cx="7434375" cy="1862155"/>
          </a:xfrm>
          <a:prstGeom prst="rect">
            <a:avLst/>
          </a:prstGeom>
        </p:spPr>
        <p:txBody>
          <a:bodyPr lIns="0" tIns="0" rIns="0" bIns="0"/>
          <a:lstStyle>
            <a:lvl1pPr marL="0" marR="0" indent="0" algn="ctr" defTabSz="914400" rtl="0" eaLnBrk="1" fontAlgn="auto" latinLnBrk="0" hangingPunct="1">
              <a:lnSpc>
                <a:spcPct val="90000"/>
              </a:lnSpc>
              <a:spcBef>
                <a:spcPts val="0"/>
              </a:spcBef>
              <a:spcAft>
                <a:spcPts val="0"/>
              </a:spcAft>
              <a:buClrTx/>
              <a:buSzTx/>
              <a:buFont typeface="Arial" panose="020B0604020202020204" pitchFamily="34" charset="0"/>
              <a:buNone/>
              <a:tabLst/>
              <a:defRPr sz="1470" b="0" i="0">
                <a:solidFill>
                  <a:schemeClr val="bg1"/>
                </a:solidFill>
                <a:latin typeface="Futura PT Book" panose="020B0502020204020303" pitchFamily="34" charset="77"/>
              </a:defRPr>
            </a:lvl1pPr>
            <a:lvl2pPr indent="0" algn="ctr">
              <a:buNone/>
              <a:defRPr sz="4270" b="1">
                <a:solidFill>
                  <a:schemeClr val="bg1"/>
                </a:solidFill>
                <a:latin typeface="Futura PT Book Italic" panose="020B0502020204090303" pitchFamily="34" charset="77"/>
              </a:defRPr>
            </a:lvl2pPr>
            <a:lvl3pPr indent="0" algn="ctr">
              <a:buNone/>
              <a:defRPr sz="4270" b="1">
                <a:solidFill>
                  <a:schemeClr val="bg1"/>
                </a:solidFill>
                <a:latin typeface="Futura PT Book Italic" panose="020B0502020204090303" pitchFamily="34" charset="77"/>
              </a:defRPr>
            </a:lvl3pPr>
            <a:lvl4pPr indent="0" algn="ctr">
              <a:buNone/>
              <a:defRPr sz="4270" b="1">
                <a:solidFill>
                  <a:schemeClr val="bg1"/>
                </a:solidFill>
                <a:latin typeface="Futura PT Book Italic" panose="020B0502020204090303" pitchFamily="34" charset="77"/>
              </a:defRPr>
            </a:lvl4pPr>
            <a:lvl5pPr indent="0" algn="ctr">
              <a:buNone/>
              <a:defRPr sz="4270" b="1">
                <a:solidFill>
                  <a:schemeClr val="bg1"/>
                </a:solidFill>
                <a:latin typeface="Futura PT Book Italic" panose="020B0502020204090303" pitchFamily="34" charset="77"/>
              </a:defRPr>
            </a:lvl5pPr>
          </a:lstStyle>
          <a:p>
            <a:pPr marL="0" marR="0" lvl="0" indent="0" algn="ctr"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lang="en-US" dirty="0"/>
              <a:t>DESCRIPTOR TEXT</a:t>
            </a:r>
          </a:p>
        </p:txBody>
      </p:sp>
      <p:sp>
        <p:nvSpPr>
          <p:cNvPr id="6" name="title">
            <a:extLst>
              <a:ext uri="{FF2B5EF4-FFF2-40B4-BE49-F238E27FC236}">
                <a16:creationId xmlns:a16="http://schemas.microsoft.com/office/drawing/2014/main" id="{C368AD18-D165-8B15-C827-E484298FB027}"/>
              </a:ext>
            </a:extLst>
          </p:cNvPr>
          <p:cNvSpPr>
            <a:spLocks noGrp="1"/>
          </p:cNvSpPr>
          <p:nvPr>
            <p:ph type="title" hasCustomPrompt="1"/>
          </p:nvPr>
        </p:nvSpPr>
        <p:spPr>
          <a:xfrm>
            <a:off x="2378813" y="2397219"/>
            <a:ext cx="7434375" cy="699200"/>
          </a:xfrm>
          <a:prstGeom prst="rect">
            <a:avLst/>
          </a:prstGeom>
        </p:spPr>
        <p:txBody>
          <a:bodyPr/>
          <a:lstStyle>
            <a:lvl1pPr algn="ctr">
              <a:defRPr sz="2800" b="1" i="0">
                <a:solidFill>
                  <a:schemeClr val="bg1"/>
                </a:solidFill>
                <a:latin typeface="Futura PT Bold" panose="020B0502020204020303" pitchFamily="34" charset="77"/>
              </a:defRPr>
            </a:lvl1pPr>
          </a:lstStyle>
          <a:p>
            <a:pPr lvl="0"/>
            <a:r>
              <a:rPr lang="en-US" dirty="0"/>
              <a:t>MAJOR DIVIDER IN</a:t>
            </a:r>
            <a:br>
              <a:rPr lang="en-US" dirty="0"/>
            </a:br>
            <a:r>
              <a:rPr lang="en-US" dirty="0"/>
              <a:t>TWO LINES</a:t>
            </a:r>
          </a:p>
        </p:txBody>
      </p:sp>
    </p:spTree>
    <p:extLst>
      <p:ext uri="{BB962C8B-B14F-4D97-AF65-F5344CB8AC3E}">
        <p14:creationId xmlns:p14="http://schemas.microsoft.com/office/powerpoint/2010/main" val="3139117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_light_title_one_line">
    <p:bg>
      <p:bgPr>
        <a:solidFill>
          <a:schemeClr val="bg1"/>
        </a:solidFill>
        <a:effectLst/>
      </p:bgPr>
    </p:bg>
    <p:spTree>
      <p:nvGrpSpPr>
        <p:cNvPr id="1" name=""/>
        <p:cNvGrpSpPr/>
        <p:nvPr/>
      </p:nvGrpSpPr>
      <p:grpSpPr>
        <a:xfrm>
          <a:off x="0" y="0"/>
          <a:ext cx="0" cy="0"/>
          <a:chOff x="0" y="0"/>
          <a:chExt cx="0" cy="0"/>
        </a:xfrm>
      </p:grpSpPr>
      <p:sp>
        <p:nvSpPr>
          <p:cNvPr id="17" name="image">
            <a:extLst>
              <a:ext uri="{FF2B5EF4-FFF2-40B4-BE49-F238E27FC236}">
                <a16:creationId xmlns:a16="http://schemas.microsoft.com/office/drawing/2014/main" id="{68CCA343-F10B-3A49-1204-3CEB0EAAAD6A}"/>
              </a:ext>
            </a:extLst>
          </p:cNvPr>
          <p:cNvSpPr>
            <a:spLocks noGrp="1"/>
          </p:cNvSpPr>
          <p:nvPr>
            <p:ph type="pic" sz="quarter" idx="10"/>
          </p:nvPr>
        </p:nvSpPr>
        <p:spPr>
          <a:xfrm>
            <a:off x="2901950" y="1625600"/>
            <a:ext cx="6388100" cy="3903663"/>
          </a:xfrm>
          <a:prstGeom prst="rect">
            <a:avLst/>
          </a:prstGeom>
        </p:spPr>
        <p:txBody>
          <a:bodyPr/>
          <a:lstStyle/>
          <a:p>
            <a:endParaRPr lang="en-LB"/>
          </a:p>
        </p:txBody>
      </p:sp>
      <p:sp>
        <p:nvSpPr>
          <p:cNvPr id="11" name="title_number">
            <a:extLst>
              <a:ext uri="{FF2B5EF4-FFF2-40B4-BE49-F238E27FC236}">
                <a16:creationId xmlns:a16="http://schemas.microsoft.com/office/drawing/2014/main" id="{20D2ED7B-B516-F312-AB97-B20E12782309}"/>
              </a:ext>
            </a:extLst>
          </p:cNvPr>
          <p:cNvSpPr>
            <a:spLocks noGrp="1"/>
          </p:cNvSpPr>
          <p:nvPr>
            <p:ph type="title" hasCustomPrompt="1"/>
          </p:nvPr>
        </p:nvSpPr>
        <p:spPr>
          <a:xfrm>
            <a:off x="1566509" y="1328737"/>
            <a:ext cx="5037256" cy="432330"/>
          </a:xfrm>
          <a:prstGeom prst="rect">
            <a:avLst/>
          </a:prstGeom>
        </p:spPr>
        <p:txBody>
          <a:bodyPr/>
          <a:lstStyle>
            <a:lvl1pPr algn="ctr">
              <a:defRPr sz="2800" b="0" i="0">
                <a:solidFill>
                  <a:srgbClr val="003348"/>
                </a:solidFill>
                <a:latin typeface="Futura PT Book" panose="020B0502020204020303" pitchFamily="34" charset="77"/>
              </a:defRPr>
            </a:lvl1pPr>
          </a:lstStyle>
          <a:p>
            <a:r>
              <a:rPr lang="en-US" dirty="0"/>
              <a:t>01</a:t>
            </a:r>
            <a:endParaRPr lang="en-LB" dirty="0"/>
          </a:p>
        </p:txBody>
      </p:sp>
      <p:sp>
        <p:nvSpPr>
          <p:cNvPr id="5" name="title">
            <a:extLst>
              <a:ext uri="{FF2B5EF4-FFF2-40B4-BE49-F238E27FC236}">
                <a16:creationId xmlns:a16="http://schemas.microsoft.com/office/drawing/2014/main" id="{BABE175B-C493-719C-FB4E-680A1D243C58}"/>
              </a:ext>
            </a:extLst>
          </p:cNvPr>
          <p:cNvSpPr>
            <a:spLocks noGrp="1"/>
          </p:cNvSpPr>
          <p:nvPr>
            <p:ph type="body" sz="quarter" idx="11" hasCustomPrompt="1"/>
          </p:nvPr>
        </p:nvSpPr>
        <p:spPr>
          <a:xfrm>
            <a:off x="5600700" y="5313098"/>
            <a:ext cx="5936644" cy="513028"/>
          </a:xfrm>
          <a:prstGeom prst="rect">
            <a:avLst/>
          </a:prstGeom>
        </p:spPr>
        <p:txBody>
          <a:bodyPr/>
          <a:lstStyle>
            <a:lvl1pPr indent="0" algn="ctr">
              <a:buNone/>
              <a:defRPr sz="2800" b="0" i="0">
                <a:solidFill>
                  <a:srgbClr val="003348"/>
                </a:solidFill>
                <a:latin typeface="Futura PT Book" panose="020B0502020204020303" pitchFamily="34" charset="77"/>
              </a:defRPr>
            </a:lvl1pPr>
            <a:lvl2pPr indent="0">
              <a:buNone/>
              <a:defRPr sz="6000" b="0" i="0">
                <a:latin typeface="Futura PT Medium" panose="020B0602020204020303" pitchFamily="34" charset="77"/>
              </a:defRPr>
            </a:lvl2pPr>
            <a:lvl3pPr indent="0">
              <a:buNone/>
              <a:defRPr sz="6000" b="0" i="0">
                <a:latin typeface="Futura PT Medium" panose="020B0602020204020303" pitchFamily="34" charset="77"/>
              </a:defRPr>
            </a:lvl3pPr>
            <a:lvl4pPr indent="0">
              <a:buNone/>
              <a:defRPr sz="6000" b="0" i="0">
                <a:latin typeface="Futura PT Medium" panose="020B0602020204020303" pitchFamily="34" charset="77"/>
              </a:defRPr>
            </a:lvl4pPr>
            <a:lvl5pPr indent="0">
              <a:buNone/>
              <a:defRPr sz="6000" b="0" i="0">
                <a:latin typeface="Futura PT Medium" panose="020B0602020204020303" pitchFamily="34" charset="77"/>
              </a:defRPr>
            </a:lvl5pPr>
          </a:lstStyle>
          <a:p>
            <a:pPr lvl="0"/>
            <a:r>
              <a:rPr lang="en-US" dirty="0"/>
              <a:t>TITLE IN ONE LINE</a:t>
            </a:r>
            <a:endParaRPr lang="en-LB" dirty="0"/>
          </a:p>
        </p:txBody>
      </p:sp>
    </p:spTree>
    <p:extLst>
      <p:ext uri="{BB962C8B-B14F-4D97-AF65-F5344CB8AC3E}">
        <p14:creationId xmlns:p14="http://schemas.microsoft.com/office/powerpoint/2010/main" val="2130911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_light_title_two_lines">
    <p:bg>
      <p:bgPr>
        <a:solidFill>
          <a:schemeClr val="bg1"/>
        </a:solidFill>
        <a:effectLst/>
      </p:bgPr>
    </p:bg>
    <p:spTree>
      <p:nvGrpSpPr>
        <p:cNvPr id="1" name=""/>
        <p:cNvGrpSpPr/>
        <p:nvPr/>
      </p:nvGrpSpPr>
      <p:grpSpPr>
        <a:xfrm>
          <a:off x="0" y="0"/>
          <a:ext cx="0" cy="0"/>
          <a:chOff x="0" y="0"/>
          <a:chExt cx="0" cy="0"/>
        </a:xfrm>
      </p:grpSpPr>
      <p:sp>
        <p:nvSpPr>
          <p:cNvPr id="17" name="image">
            <a:extLst>
              <a:ext uri="{FF2B5EF4-FFF2-40B4-BE49-F238E27FC236}">
                <a16:creationId xmlns:a16="http://schemas.microsoft.com/office/drawing/2014/main" id="{68CCA343-F10B-3A49-1204-3CEB0EAAAD6A}"/>
              </a:ext>
            </a:extLst>
          </p:cNvPr>
          <p:cNvSpPr>
            <a:spLocks noGrp="1"/>
          </p:cNvSpPr>
          <p:nvPr>
            <p:ph type="pic" sz="quarter" idx="10"/>
          </p:nvPr>
        </p:nvSpPr>
        <p:spPr>
          <a:xfrm>
            <a:off x="2901950" y="1625600"/>
            <a:ext cx="6388100" cy="3903663"/>
          </a:xfrm>
          <a:prstGeom prst="rect">
            <a:avLst/>
          </a:prstGeom>
        </p:spPr>
        <p:txBody>
          <a:bodyPr/>
          <a:lstStyle/>
          <a:p>
            <a:endParaRPr lang="en-LB"/>
          </a:p>
        </p:txBody>
      </p:sp>
      <p:sp>
        <p:nvSpPr>
          <p:cNvPr id="11" name="title_number">
            <a:extLst>
              <a:ext uri="{FF2B5EF4-FFF2-40B4-BE49-F238E27FC236}">
                <a16:creationId xmlns:a16="http://schemas.microsoft.com/office/drawing/2014/main" id="{20D2ED7B-B516-F312-AB97-B20E12782309}"/>
              </a:ext>
            </a:extLst>
          </p:cNvPr>
          <p:cNvSpPr>
            <a:spLocks noGrp="1"/>
          </p:cNvSpPr>
          <p:nvPr>
            <p:ph type="title" hasCustomPrompt="1"/>
          </p:nvPr>
        </p:nvSpPr>
        <p:spPr>
          <a:xfrm>
            <a:off x="1566509" y="1328737"/>
            <a:ext cx="5037256" cy="432330"/>
          </a:xfrm>
          <a:prstGeom prst="rect">
            <a:avLst/>
          </a:prstGeom>
        </p:spPr>
        <p:txBody>
          <a:bodyPr/>
          <a:lstStyle>
            <a:lvl1pPr algn="ctr">
              <a:defRPr sz="2800" b="0" i="0">
                <a:solidFill>
                  <a:srgbClr val="003348"/>
                </a:solidFill>
                <a:latin typeface="Futura PT Book" panose="020B0502020204020303" pitchFamily="34" charset="77"/>
              </a:defRPr>
            </a:lvl1pPr>
          </a:lstStyle>
          <a:p>
            <a:r>
              <a:rPr lang="en-US" dirty="0"/>
              <a:t>01</a:t>
            </a:r>
            <a:endParaRPr lang="en-LB" dirty="0"/>
          </a:p>
        </p:txBody>
      </p:sp>
      <p:sp>
        <p:nvSpPr>
          <p:cNvPr id="5" name="title">
            <a:extLst>
              <a:ext uri="{FF2B5EF4-FFF2-40B4-BE49-F238E27FC236}">
                <a16:creationId xmlns:a16="http://schemas.microsoft.com/office/drawing/2014/main" id="{BABE175B-C493-719C-FB4E-680A1D243C58}"/>
              </a:ext>
            </a:extLst>
          </p:cNvPr>
          <p:cNvSpPr>
            <a:spLocks noGrp="1"/>
          </p:cNvSpPr>
          <p:nvPr>
            <p:ph type="body" sz="quarter" idx="11" hasCustomPrompt="1"/>
          </p:nvPr>
        </p:nvSpPr>
        <p:spPr>
          <a:xfrm>
            <a:off x="6155678" y="5137812"/>
            <a:ext cx="5037255" cy="782902"/>
          </a:xfrm>
          <a:prstGeom prst="rect">
            <a:avLst/>
          </a:prstGeom>
        </p:spPr>
        <p:txBody>
          <a:bodyPr/>
          <a:lstStyle>
            <a:lvl1pPr indent="0" algn="ctr">
              <a:buNone/>
              <a:defRPr sz="2800" b="0" i="0">
                <a:solidFill>
                  <a:srgbClr val="003348"/>
                </a:solidFill>
                <a:latin typeface="Futura PT Book" panose="020B0502020204020303" pitchFamily="34" charset="77"/>
              </a:defRPr>
            </a:lvl1pPr>
            <a:lvl2pPr indent="0">
              <a:buNone/>
              <a:defRPr sz="6000" b="0" i="0">
                <a:latin typeface="Futura PT Medium" panose="020B0602020204020303" pitchFamily="34" charset="77"/>
              </a:defRPr>
            </a:lvl2pPr>
            <a:lvl3pPr indent="0">
              <a:buNone/>
              <a:defRPr sz="6000" b="0" i="0">
                <a:latin typeface="Futura PT Medium" panose="020B0602020204020303" pitchFamily="34" charset="77"/>
              </a:defRPr>
            </a:lvl3pPr>
            <a:lvl4pPr indent="0">
              <a:buNone/>
              <a:defRPr sz="6000" b="0" i="0">
                <a:latin typeface="Futura PT Medium" panose="020B0602020204020303" pitchFamily="34" charset="77"/>
              </a:defRPr>
            </a:lvl4pPr>
            <a:lvl5pPr indent="0">
              <a:buNone/>
              <a:defRPr sz="6000" b="0" i="0">
                <a:latin typeface="Futura PT Medium" panose="020B0602020204020303" pitchFamily="34" charset="77"/>
              </a:defRPr>
            </a:lvl5pPr>
          </a:lstStyle>
          <a:p>
            <a:pPr lvl="0"/>
            <a:r>
              <a:rPr lang="en-US" dirty="0"/>
              <a:t>TITLE IN</a:t>
            </a:r>
            <a:br>
              <a:rPr lang="en-US" dirty="0"/>
            </a:br>
            <a:r>
              <a:rPr lang="en-US" dirty="0"/>
              <a:t>TWO LINE</a:t>
            </a:r>
            <a:endParaRPr lang="en-LB" dirty="0"/>
          </a:p>
        </p:txBody>
      </p:sp>
    </p:spTree>
    <p:extLst>
      <p:ext uri="{BB962C8B-B14F-4D97-AF65-F5344CB8AC3E}">
        <p14:creationId xmlns:p14="http://schemas.microsoft.com/office/powerpoint/2010/main" val="3853328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_of_content_five">
    <p:bg>
      <p:bgPr>
        <a:solidFill>
          <a:schemeClr val="bg1"/>
        </a:solidFill>
        <a:effectLst/>
      </p:bgPr>
    </p:bg>
    <p:spTree>
      <p:nvGrpSpPr>
        <p:cNvPr id="1" name=""/>
        <p:cNvGrpSpPr/>
        <p:nvPr/>
      </p:nvGrpSpPr>
      <p:grpSpPr>
        <a:xfrm>
          <a:off x="0" y="0"/>
          <a:ext cx="0" cy="0"/>
          <a:chOff x="0" y="0"/>
          <a:chExt cx="0" cy="0"/>
        </a:xfrm>
      </p:grpSpPr>
      <p:sp>
        <p:nvSpPr>
          <p:cNvPr id="32" name="body_5">
            <a:extLst>
              <a:ext uri="{FF2B5EF4-FFF2-40B4-BE49-F238E27FC236}">
                <a16:creationId xmlns:a16="http://schemas.microsoft.com/office/drawing/2014/main" id="{E8DB9175-CE03-8762-49E3-18CB87CF6C19}"/>
              </a:ext>
            </a:extLst>
          </p:cNvPr>
          <p:cNvSpPr>
            <a:spLocks noGrp="1"/>
          </p:cNvSpPr>
          <p:nvPr>
            <p:ph type="body" sz="quarter" idx="15" hasCustomPrompt="1"/>
          </p:nvPr>
        </p:nvSpPr>
        <p:spPr>
          <a:xfrm>
            <a:off x="5717686" y="5660434"/>
            <a:ext cx="5819658" cy="227975"/>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5</a:t>
            </a:r>
            <a:endParaRPr lang="en-LB" dirty="0"/>
          </a:p>
        </p:txBody>
      </p:sp>
      <p:sp>
        <p:nvSpPr>
          <p:cNvPr id="31" name="body_4">
            <a:extLst>
              <a:ext uri="{FF2B5EF4-FFF2-40B4-BE49-F238E27FC236}">
                <a16:creationId xmlns:a16="http://schemas.microsoft.com/office/drawing/2014/main" id="{F4A063C2-3A9E-25F5-AC15-632996F0D2C6}"/>
              </a:ext>
            </a:extLst>
          </p:cNvPr>
          <p:cNvSpPr>
            <a:spLocks noGrp="1"/>
          </p:cNvSpPr>
          <p:nvPr>
            <p:ph type="body" sz="quarter" idx="14" hasCustomPrompt="1"/>
          </p:nvPr>
        </p:nvSpPr>
        <p:spPr>
          <a:xfrm>
            <a:off x="5717686" y="4700919"/>
            <a:ext cx="5819658" cy="227975"/>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4</a:t>
            </a:r>
            <a:endParaRPr lang="en-LB" dirty="0"/>
          </a:p>
        </p:txBody>
      </p:sp>
      <p:sp>
        <p:nvSpPr>
          <p:cNvPr id="30" name="body_3">
            <a:extLst>
              <a:ext uri="{FF2B5EF4-FFF2-40B4-BE49-F238E27FC236}">
                <a16:creationId xmlns:a16="http://schemas.microsoft.com/office/drawing/2014/main" id="{BAF18A99-30E0-5B36-4D83-AE26855B1D77}"/>
              </a:ext>
            </a:extLst>
          </p:cNvPr>
          <p:cNvSpPr>
            <a:spLocks noGrp="1"/>
          </p:cNvSpPr>
          <p:nvPr>
            <p:ph type="body" sz="quarter" idx="13" hasCustomPrompt="1"/>
          </p:nvPr>
        </p:nvSpPr>
        <p:spPr>
          <a:xfrm>
            <a:off x="5717686" y="3731714"/>
            <a:ext cx="5819658" cy="227975"/>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3</a:t>
            </a:r>
            <a:endParaRPr lang="en-LB" dirty="0"/>
          </a:p>
        </p:txBody>
      </p:sp>
      <p:sp>
        <p:nvSpPr>
          <p:cNvPr id="29" name="body_2">
            <a:extLst>
              <a:ext uri="{FF2B5EF4-FFF2-40B4-BE49-F238E27FC236}">
                <a16:creationId xmlns:a16="http://schemas.microsoft.com/office/drawing/2014/main" id="{23CD81A8-2A9D-D865-8FD6-1F3BB9AFFE29}"/>
              </a:ext>
            </a:extLst>
          </p:cNvPr>
          <p:cNvSpPr>
            <a:spLocks noGrp="1"/>
          </p:cNvSpPr>
          <p:nvPr>
            <p:ph type="body" sz="quarter" idx="12" hasCustomPrompt="1"/>
          </p:nvPr>
        </p:nvSpPr>
        <p:spPr>
          <a:xfrm>
            <a:off x="5717686" y="2772200"/>
            <a:ext cx="5819658" cy="227975"/>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2</a:t>
            </a:r>
            <a:endParaRPr lang="en-LB" dirty="0"/>
          </a:p>
        </p:txBody>
      </p:sp>
      <p:sp>
        <p:nvSpPr>
          <p:cNvPr id="28" name="body_1">
            <a:extLst>
              <a:ext uri="{FF2B5EF4-FFF2-40B4-BE49-F238E27FC236}">
                <a16:creationId xmlns:a16="http://schemas.microsoft.com/office/drawing/2014/main" id="{1FBD6BAB-C6CE-7011-12DB-39B38424CDE7}"/>
              </a:ext>
            </a:extLst>
          </p:cNvPr>
          <p:cNvSpPr>
            <a:spLocks noGrp="1"/>
          </p:cNvSpPr>
          <p:nvPr>
            <p:ph type="body" sz="quarter" idx="11" hasCustomPrompt="1"/>
          </p:nvPr>
        </p:nvSpPr>
        <p:spPr>
          <a:xfrm>
            <a:off x="5717686" y="1794490"/>
            <a:ext cx="5819658" cy="227975"/>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1</a:t>
            </a:r>
            <a:endParaRPr lang="en-LB" dirty="0"/>
          </a:p>
        </p:txBody>
      </p:sp>
      <p:sp>
        <p:nvSpPr>
          <p:cNvPr id="24" name="title">
            <a:extLst>
              <a:ext uri="{FF2B5EF4-FFF2-40B4-BE49-F238E27FC236}">
                <a16:creationId xmlns:a16="http://schemas.microsoft.com/office/drawing/2014/main" id="{A7B3F250-602E-9152-B76B-6F87790EBBFF}"/>
              </a:ext>
            </a:extLst>
          </p:cNvPr>
          <p:cNvSpPr>
            <a:spLocks noGrp="1"/>
          </p:cNvSpPr>
          <p:nvPr>
            <p:ph type="title" hasCustomPrompt="1"/>
          </p:nvPr>
        </p:nvSpPr>
        <p:spPr>
          <a:xfrm>
            <a:off x="543060" y="577869"/>
            <a:ext cx="10994284" cy="573285"/>
          </a:xfrm>
          <a:prstGeom prst="rect">
            <a:avLst/>
          </a:prstGeom>
        </p:spPr>
        <p:txBody>
          <a:bodyPr/>
          <a:lstStyle>
            <a:lvl1pPr>
              <a:defRPr sz="2800" b="1" i="0">
                <a:solidFill>
                  <a:srgbClr val="003348"/>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3058041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_of_content_four">
    <p:bg>
      <p:bgPr>
        <a:solidFill>
          <a:schemeClr val="bg1"/>
        </a:solidFill>
        <a:effectLst/>
      </p:bgPr>
    </p:bg>
    <p:spTree>
      <p:nvGrpSpPr>
        <p:cNvPr id="1" name=""/>
        <p:cNvGrpSpPr/>
        <p:nvPr/>
      </p:nvGrpSpPr>
      <p:grpSpPr>
        <a:xfrm>
          <a:off x="0" y="0"/>
          <a:ext cx="0" cy="0"/>
          <a:chOff x="0" y="0"/>
          <a:chExt cx="0" cy="0"/>
        </a:xfrm>
      </p:grpSpPr>
      <p:sp>
        <p:nvSpPr>
          <p:cNvPr id="31" name="body_4">
            <a:extLst>
              <a:ext uri="{FF2B5EF4-FFF2-40B4-BE49-F238E27FC236}">
                <a16:creationId xmlns:a16="http://schemas.microsoft.com/office/drawing/2014/main" id="{F4A063C2-3A9E-25F5-AC15-632996F0D2C6}"/>
              </a:ext>
            </a:extLst>
          </p:cNvPr>
          <p:cNvSpPr>
            <a:spLocks noGrp="1"/>
          </p:cNvSpPr>
          <p:nvPr>
            <p:ph type="body" sz="quarter" idx="14" hasCustomPrompt="1"/>
          </p:nvPr>
        </p:nvSpPr>
        <p:spPr>
          <a:xfrm>
            <a:off x="5717686" y="5367903"/>
            <a:ext cx="5814462" cy="227975"/>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4</a:t>
            </a:r>
            <a:endParaRPr lang="en-LB" dirty="0"/>
          </a:p>
        </p:txBody>
      </p:sp>
      <p:sp>
        <p:nvSpPr>
          <p:cNvPr id="30" name="body_3">
            <a:extLst>
              <a:ext uri="{FF2B5EF4-FFF2-40B4-BE49-F238E27FC236}">
                <a16:creationId xmlns:a16="http://schemas.microsoft.com/office/drawing/2014/main" id="{BAF18A99-30E0-5B36-4D83-AE26855B1D77}"/>
              </a:ext>
            </a:extLst>
          </p:cNvPr>
          <p:cNvSpPr>
            <a:spLocks noGrp="1"/>
          </p:cNvSpPr>
          <p:nvPr>
            <p:ph type="body" sz="quarter" idx="13" hasCustomPrompt="1"/>
          </p:nvPr>
        </p:nvSpPr>
        <p:spPr>
          <a:xfrm>
            <a:off x="5717686" y="4402951"/>
            <a:ext cx="5814462" cy="227975"/>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3</a:t>
            </a:r>
            <a:endParaRPr lang="en-LB" dirty="0"/>
          </a:p>
        </p:txBody>
      </p:sp>
      <p:sp>
        <p:nvSpPr>
          <p:cNvPr id="29" name="body_2">
            <a:extLst>
              <a:ext uri="{FF2B5EF4-FFF2-40B4-BE49-F238E27FC236}">
                <a16:creationId xmlns:a16="http://schemas.microsoft.com/office/drawing/2014/main" id="{23CD81A8-2A9D-D865-8FD6-1F3BB9AFFE29}"/>
              </a:ext>
            </a:extLst>
          </p:cNvPr>
          <p:cNvSpPr>
            <a:spLocks noGrp="1"/>
          </p:cNvSpPr>
          <p:nvPr>
            <p:ph type="body" sz="quarter" idx="12" hasCustomPrompt="1"/>
          </p:nvPr>
        </p:nvSpPr>
        <p:spPr>
          <a:xfrm>
            <a:off x="5717686" y="3443437"/>
            <a:ext cx="5814462" cy="227975"/>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2</a:t>
            </a:r>
            <a:endParaRPr lang="en-LB" dirty="0"/>
          </a:p>
        </p:txBody>
      </p:sp>
      <p:sp>
        <p:nvSpPr>
          <p:cNvPr id="28" name="body_1">
            <a:extLst>
              <a:ext uri="{FF2B5EF4-FFF2-40B4-BE49-F238E27FC236}">
                <a16:creationId xmlns:a16="http://schemas.microsoft.com/office/drawing/2014/main" id="{1FBD6BAB-C6CE-7011-12DB-39B38424CDE7}"/>
              </a:ext>
            </a:extLst>
          </p:cNvPr>
          <p:cNvSpPr>
            <a:spLocks noGrp="1"/>
          </p:cNvSpPr>
          <p:nvPr>
            <p:ph type="body" sz="quarter" idx="11" hasCustomPrompt="1"/>
          </p:nvPr>
        </p:nvSpPr>
        <p:spPr>
          <a:xfrm>
            <a:off x="5717686" y="2465727"/>
            <a:ext cx="5814462" cy="227975"/>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1</a:t>
            </a:r>
            <a:endParaRPr lang="en-LB" dirty="0"/>
          </a:p>
        </p:txBody>
      </p:sp>
      <p:sp>
        <p:nvSpPr>
          <p:cNvPr id="24" name="title">
            <a:extLst>
              <a:ext uri="{FF2B5EF4-FFF2-40B4-BE49-F238E27FC236}">
                <a16:creationId xmlns:a16="http://schemas.microsoft.com/office/drawing/2014/main" id="{A7B3F250-602E-9152-B76B-6F87790EBBFF}"/>
              </a:ext>
            </a:extLst>
          </p:cNvPr>
          <p:cNvSpPr>
            <a:spLocks noGrp="1"/>
          </p:cNvSpPr>
          <p:nvPr>
            <p:ph type="title" hasCustomPrompt="1"/>
          </p:nvPr>
        </p:nvSpPr>
        <p:spPr>
          <a:xfrm>
            <a:off x="543060" y="577869"/>
            <a:ext cx="10989088" cy="573285"/>
          </a:xfrm>
          <a:prstGeom prst="rect">
            <a:avLst/>
          </a:prstGeom>
        </p:spPr>
        <p:txBody>
          <a:bodyPr/>
          <a:lstStyle>
            <a:lvl1pPr>
              <a:defRPr sz="2800" b="1" i="0">
                <a:solidFill>
                  <a:srgbClr val="003348"/>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1929366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able_of_content_three">
    <p:bg>
      <p:bgPr>
        <a:solidFill>
          <a:schemeClr val="bg1"/>
        </a:solidFill>
        <a:effectLst/>
      </p:bgPr>
    </p:bg>
    <p:spTree>
      <p:nvGrpSpPr>
        <p:cNvPr id="1" name=""/>
        <p:cNvGrpSpPr/>
        <p:nvPr/>
      </p:nvGrpSpPr>
      <p:grpSpPr>
        <a:xfrm>
          <a:off x="0" y="0"/>
          <a:ext cx="0" cy="0"/>
          <a:chOff x="0" y="0"/>
          <a:chExt cx="0" cy="0"/>
        </a:xfrm>
      </p:grpSpPr>
      <p:sp>
        <p:nvSpPr>
          <p:cNvPr id="30" name="body_3">
            <a:extLst>
              <a:ext uri="{FF2B5EF4-FFF2-40B4-BE49-F238E27FC236}">
                <a16:creationId xmlns:a16="http://schemas.microsoft.com/office/drawing/2014/main" id="{BAF18A99-30E0-5B36-4D83-AE26855B1D77}"/>
              </a:ext>
            </a:extLst>
          </p:cNvPr>
          <p:cNvSpPr>
            <a:spLocks noGrp="1"/>
          </p:cNvSpPr>
          <p:nvPr>
            <p:ph type="body" sz="quarter" idx="13" hasCustomPrompt="1"/>
          </p:nvPr>
        </p:nvSpPr>
        <p:spPr>
          <a:xfrm>
            <a:off x="5717685" y="4881456"/>
            <a:ext cx="5814461" cy="227975"/>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3</a:t>
            </a:r>
            <a:endParaRPr lang="en-LB" dirty="0"/>
          </a:p>
        </p:txBody>
      </p:sp>
      <p:sp>
        <p:nvSpPr>
          <p:cNvPr id="29" name="body_2">
            <a:extLst>
              <a:ext uri="{FF2B5EF4-FFF2-40B4-BE49-F238E27FC236}">
                <a16:creationId xmlns:a16="http://schemas.microsoft.com/office/drawing/2014/main" id="{23CD81A8-2A9D-D865-8FD6-1F3BB9AFFE29}"/>
              </a:ext>
            </a:extLst>
          </p:cNvPr>
          <p:cNvSpPr>
            <a:spLocks noGrp="1"/>
          </p:cNvSpPr>
          <p:nvPr>
            <p:ph type="body" sz="quarter" idx="12" hasCustomPrompt="1"/>
          </p:nvPr>
        </p:nvSpPr>
        <p:spPr>
          <a:xfrm>
            <a:off x="5717686" y="3926195"/>
            <a:ext cx="5814462" cy="228641"/>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2</a:t>
            </a:r>
            <a:endParaRPr lang="en-LB" dirty="0"/>
          </a:p>
        </p:txBody>
      </p:sp>
      <p:sp>
        <p:nvSpPr>
          <p:cNvPr id="28" name="body_1">
            <a:extLst>
              <a:ext uri="{FF2B5EF4-FFF2-40B4-BE49-F238E27FC236}">
                <a16:creationId xmlns:a16="http://schemas.microsoft.com/office/drawing/2014/main" id="{1FBD6BAB-C6CE-7011-12DB-39B38424CDE7}"/>
              </a:ext>
            </a:extLst>
          </p:cNvPr>
          <p:cNvSpPr>
            <a:spLocks noGrp="1"/>
          </p:cNvSpPr>
          <p:nvPr>
            <p:ph type="body" sz="quarter" idx="11" hasCustomPrompt="1"/>
          </p:nvPr>
        </p:nvSpPr>
        <p:spPr>
          <a:xfrm>
            <a:off x="5717686" y="2948485"/>
            <a:ext cx="5814462" cy="228641"/>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1</a:t>
            </a:r>
            <a:endParaRPr lang="en-LB" dirty="0"/>
          </a:p>
        </p:txBody>
      </p:sp>
      <p:sp>
        <p:nvSpPr>
          <p:cNvPr id="24" name="title">
            <a:extLst>
              <a:ext uri="{FF2B5EF4-FFF2-40B4-BE49-F238E27FC236}">
                <a16:creationId xmlns:a16="http://schemas.microsoft.com/office/drawing/2014/main" id="{A7B3F250-602E-9152-B76B-6F87790EBBFF}"/>
              </a:ext>
            </a:extLst>
          </p:cNvPr>
          <p:cNvSpPr>
            <a:spLocks noGrp="1"/>
          </p:cNvSpPr>
          <p:nvPr>
            <p:ph type="title" hasCustomPrompt="1"/>
          </p:nvPr>
        </p:nvSpPr>
        <p:spPr>
          <a:xfrm>
            <a:off x="543060" y="577869"/>
            <a:ext cx="10989088" cy="573285"/>
          </a:xfrm>
          <a:prstGeom prst="rect">
            <a:avLst/>
          </a:prstGeom>
        </p:spPr>
        <p:txBody>
          <a:bodyPr/>
          <a:lstStyle>
            <a:lvl1pPr>
              <a:defRPr sz="2800" b="1" i="0">
                <a:solidFill>
                  <a:srgbClr val="003348"/>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2730760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_of_content_two">
    <p:bg>
      <p:bgPr>
        <a:solidFill>
          <a:schemeClr val="bg1"/>
        </a:solidFill>
        <a:effectLst/>
      </p:bgPr>
    </p:bg>
    <p:spTree>
      <p:nvGrpSpPr>
        <p:cNvPr id="1" name=""/>
        <p:cNvGrpSpPr/>
        <p:nvPr/>
      </p:nvGrpSpPr>
      <p:grpSpPr>
        <a:xfrm>
          <a:off x="0" y="0"/>
          <a:ext cx="0" cy="0"/>
          <a:chOff x="0" y="0"/>
          <a:chExt cx="0" cy="0"/>
        </a:xfrm>
      </p:grpSpPr>
      <p:sp>
        <p:nvSpPr>
          <p:cNvPr id="29" name="body_2">
            <a:extLst>
              <a:ext uri="{FF2B5EF4-FFF2-40B4-BE49-F238E27FC236}">
                <a16:creationId xmlns:a16="http://schemas.microsoft.com/office/drawing/2014/main" id="{23CD81A8-2A9D-D865-8FD6-1F3BB9AFFE29}"/>
              </a:ext>
            </a:extLst>
          </p:cNvPr>
          <p:cNvSpPr>
            <a:spLocks noGrp="1"/>
          </p:cNvSpPr>
          <p:nvPr>
            <p:ph type="body" sz="quarter" idx="12" hasCustomPrompt="1"/>
          </p:nvPr>
        </p:nvSpPr>
        <p:spPr>
          <a:xfrm>
            <a:off x="5717686" y="3921636"/>
            <a:ext cx="5814462" cy="228641"/>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2</a:t>
            </a:r>
            <a:endParaRPr lang="en-LB" dirty="0"/>
          </a:p>
        </p:txBody>
      </p:sp>
      <p:sp>
        <p:nvSpPr>
          <p:cNvPr id="28" name="body_1">
            <a:extLst>
              <a:ext uri="{FF2B5EF4-FFF2-40B4-BE49-F238E27FC236}">
                <a16:creationId xmlns:a16="http://schemas.microsoft.com/office/drawing/2014/main" id="{1FBD6BAB-C6CE-7011-12DB-39B38424CDE7}"/>
              </a:ext>
            </a:extLst>
          </p:cNvPr>
          <p:cNvSpPr>
            <a:spLocks noGrp="1"/>
          </p:cNvSpPr>
          <p:nvPr>
            <p:ph type="body" sz="quarter" idx="11" hasCustomPrompt="1"/>
          </p:nvPr>
        </p:nvSpPr>
        <p:spPr>
          <a:xfrm>
            <a:off x="5717686" y="2948179"/>
            <a:ext cx="5819658" cy="228641"/>
          </a:xfrm>
          <a:prstGeom prst="rect">
            <a:avLst/>
          </a:prstGeom>
        </p:spPr>
        <p:txBody>
          <a:bodyPr lIns="0" tIns="0" rIns="0" bIns="0"/>
          <a:lstStyle>
            <a:lvl1pPr marL="0" indent="0">
              <a:spcBef>
                <a:spcPts val="0"/>
              </a:spcBef>
              <a:buNone/>
              <a:defRPr sz="14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1</a:t>
            </a:r>
            <a:endParaRPr lang="en-LB" dirty="0"/>
          </a:p>
        </p:txBody>
      </p:sp>
      <p:sp>
        <p:nvSpPr>
          <p:cNvPr id="2" name="title">
            <a:extLst>
              <a:ext uri="{FF2B5EF4-FFF2-40B4-BE49-F238E27FC236}">
                <a16:creationId xmlns:a16="http://schemas.microsoft.com/office/drawing/2014/main" id="{11722FDA-1F57-0DD9-7211-4DEE1F4DF4B7}"/>
              </a:ext>
            </a:extLst>
          </p:cNvPr>
          <p:cNvSpPr>
            <a:spLocks noGrp="1"/>
          </p:cNvSpPr>
          <p:nvPr>
            <p:ph type="title" hasCustomPrompt="1"/>
          </p:nvPr>
        </p:nvSpPr>
        <p:spPr>
          <a:xfrm>
            <a:off x="543060" y="577869"/>
            <a:ext cx="10989088" cy="573285"/>
          </a:xfrm>
          <a:prstGeom prst="rect">
            <a:avLst/>
          </a:prstGeom>
        </p:spPr>
        <p:txBody>
          <a:bodyPr/>
          <a:lstStyle>
            <a:lvl1pPr>
              <a:defRPr sz="2800" b="1" i="0">
                <a:solidFill>
                  <a:srgbClr val="003348"/>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2599616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_one_line_text_image_right">
    <p:bg>
      <p:bgPr>
        <a:solidFill>
          <a:schemeClr val="bg1"/>
        </a:solidFill>
        <a:effectLst/>
      </p:bgPr>
    </p:bg>
    <p:spTree>
      <p:nvGrpSpPr>
        <p:cNvPr id="1" name=""/>
        <p:cNvGrpSpPr/>
        <p:nvPr/>
      </p:nvGrpSpPr>
      <p:grpSpPr>
        <a:xfrm>
          <a:off x="0" y="0"/>
          <a:ext cx="0" cy="0"/>
          <a:chOff x="0" y="0"/>
          <a:chExt cx="0" cy="0"/>
        </a:xfrm>
      </p:grpSpPr>
      <p:sp>
        <p:nvSpPr>
          <p:cNvPr id="5" name="image">
            <a:extLst>
              <a:ext uri="{FF2B5EF4-FFF2-40B4-BE49-F238E27FC236}">
                <a16:creationId xmlns:a16="http://schemas.microsoft.com/office/drawing/2014/main" id="{92A66EC0-6A1D-6B58-394A-A2AF540BC482}"/>
              </a:ext>
            </a:extLst>
          </p:cNvPr>
          <p:cNvSpPr>
            <a:spLocks noGrp="1"/>
          </p:cNvSpPr>
          <p:nvPr>
            <p:ph type="pic" sz="quarter" idx="10"/>
          </p:nvPr>
        </p:nvSpPr>
        <p:spPr>
          <a:xfrm>
            <a:off x="6680200" y="473075"/>
            <a:ext cx="4618038" cy="5911850"/>
          </a:xfrm>
          <a:prstGeom prst="rect">
            <a:avLst/>
          </a:prstGeom>
        </p:spPr>
        <p:txBody>
          <a:bodyPr/>
          <a:lstStyle/>
          <a:p>
            <a:endParaRPr lang="en-LB"/>
          </a:p>
        </p:txBody>
      </p:sp>
      <p:sp>
        <p:nvSpPr>
          <p:cNvPr id="12" name="body">
            <a:extLst>
              <a:ext uri="{FF2B5EF4-FFF2-40B4-BE49-F238E27FC236}">
                <a16:creationId xmlns:a16="http://schemas.microsoft.com/office/drawing/2014/main" id="{DA7BA741-4DA5-82C1-545D-D88B2AEDE538}"/>
              </a:ext>
            </a:extLst>
          </p:cNvPr>
          <p:cNvSpPr>
            <a:spLocks noGrp="1"/>
          </p:cNvSpPr>
          <p:nvPr>
            <p:ph type="body" sz="quarter" idx="11" hasCustomPrompt="1"/>
          </p:nvPr>
        </p:nvSpPr>
        <p:spPr>
          <a:xfrm>
            <a:off x="892428" y="2374513"/>
            <a:ext cx="5389835" cy="3524842"/>
          </a:xfrm>
          <a:prstGeom prst="rect">
            <a:avLst/>
          </a:prstGeom>
        </p:spPr>
        <p:txBody>
          <a:bodyPr lIns="0" tIns="0" rIns="0" bIns="0"/>
          <a:lstStyle>
            <a:lvl1pPr marL="0" indent="0" algn="l">
              <a:lnSpc>
                <a:spcPct val="100000"/>
              </a:lnSpc>
              <a:spcBef>
                <a:spcPts val="0"/>
              </a:spcBef>
              <a:buNone/>
              <a:defRPr sz="1470" b="0" i="0">
                <a:solidFill>
                  <a:srgbClr val="003348"/>
                </a:solidFill>
                <a:latin typeface="Futura PT Book" panose="020B0502020204020303" pitchFamily="34" charset="77"/>
              </a:defRPr>
            </a:lvl1pPr>
            <a:lvl2pPr>
              <a:buNone/>
              <a:defRPr sz="1470">
                <a:solidFill>
                  <a:srgbClr val="003348"/>
                </a:solidFill>
                <a:latin typeface="Futura PT Book Italic" panose="020B0502020204090303" pitchFamily="34" charset="77"/>
              </a:defRPr>
            </a:lvl2pPr>
            <a:lvl3pPr>
              <a:buNone/>
              <a:defRPr sz="1470">
                <a:solidFill>
                  <a:srgbClr val="003348"/>
                </a:solidFill>
                <a:latin typeface="Futura PT Book Italic" panose="020B0502020204090303" pitchFamily="34" charset="77"/>
              </a:defRPr>
            </a:lvl3pPr>
            <a:lvl4pPr>
              <a:buNone/>
              <a:defRPr sz="1470">
                <a:solidFill>
                  <a:srgbClr val="003348"/>
                </a:solidFill>
                <a:latin typeface="Futura PT Book Italic" panose="020B0502020204090303" pitchFamily="34" charset="77"/>
              </a:defRPr>
            </a:lvl4pPr>
            <a:lvl5pPr>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endParaRPr lang="en-US" dirty="0"/>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endParaRPr lang="en-US" dirty="0"/>
          </a:p>
          <a:p>
            <a:pPr lvl="0"/>
            <a:endParaRPr lang="en-US" dirty="0"/>
          </a:p>
        </p:txBody>
      </p:sp>
      <p:sp>
        <p:nvSpPr>
          <p:cNvPr id="10" name="title">
            <a:extLst>
              <a:ext uri="{FF2B5EF4-FFF2-40B4-BE49-F238E27FC236}">
                <a16:creationId xmlns:a16="http://schemas.microsoft.com/office/drawing/2014/main" id="{8F99EE10-838D-8A31-6106-1936FE371118}"/>
              </a:ext>
            </a:extLst>
          </p:cNvPr>
          <p:cNvSpPr>
            <a:spLocks noGrp="1"/>
          </p:cNvSpPr>
          <p:nvPr>
            <p:ph type="title" hasCustomPrompt="1"/>
          </p:nvPr>
        </p:nvSpPr>
        <p:spPr>
          <a:xfrm>
            <a:off x="892429" y="1808523"/>
            <a:ext cx="5389839" cy="326251"/>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 IN ONE LINE</a:t>
            </a:r>
            <a:endParaRPr lang="en-LB" dirty="0"/>
          </a:p>
        </p:txBody>
      </p:sp>
    </p:spTree>
    <p:extLst>
      <p:ext uri="{BB962C8B-B14F-4D97-AF65-F5344CB8AC3E}">
        <p14:creationId xmlns:p14="http://schemas.microsoft.com/office/powerpoint/2010/main" val="4265817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_two_lines_text_image_right">
    <p:bg>
      <p:bgPr>
        <a:solidFill>
          <a:schemeClr val="bg1"/>
        </a:solidFill>
        <a:effectLst/>
      </p:bgPr>
    </p:bg>
    <p:spTree>
      <p:nvGrpSpPr>
        <p:cNvPr id="1" name=""/>
        <p:cNvGrpSpPr/>
        <p:nvPr/>
      </p:nvGrpSpPr>
      <p:grpSpPr>
        <a:xfrm>
          <a:off x="0" y="0"/>
          <a:ext cx="0" cy="0"/>
          <a:chOff x="0" y="0"/>
          <a:chExt cx="0" cy="0"/>
        </a:xfrm>
      </p:grpSpPr>
      <p:sp>
        <p:nvSpPr>
          <p:cNvPr id="5" name="image">
            <a:extLst>
              <a:ext uri="{FF2B5EF4-FFF2-40B4-BE49-F238E27FC236}">
                <a16:creationId xmlns:a16="http://schemas.microsoft.com/office/drawing/2014/main" id="{92A66EC0-6A1D-6B58-394A-A2AF540BC482}"/>
              </a:ext>
            </a:extLst>
          </p:cNvPr>
          <p:cNvSpPr>
            <a:spLocks noGrp="1"/>
          </p:cNvSpPr>
          <p:nvPr>
            <p:ph type="pic" sz="quarter" idx="10"/>
          </p:nvPr>
        </p:nvSpPr>
        <p:spPr>
          <a:xfrm>
            <a:off x="6680200" y="473075"/>
            <a:ext cx="4618038" cy="5911850"/>
          </a:xfrm>
          <a:prstGeom prst="rect">
            <a:avLst/>
          </a:prstGeom>
        </p:spPr>
        <p:txBody>
          <a:bodyPr/>
          <a:lstStyle/>
          <a:p>
            <a:endParaRPr lang="en-LB"/>
          </a:p>
        </p:txBody>
      </p:sp>
      <p:sp>
        <p:nvSpPr>
          <p:cNvPr id="12" name="body">
            <a:extLst>
              <a:ext uri="{FF2B5EF4-FFF2-40B4-BE49-F238E27FC236}">
                <a16:creationId xmlns:a16="http://schemas.microsoft.com/office/drawing/2014/main" id="{DA7BA741-4DA5-82C1-545D-D88B2AEDE538}"/>
              </a:ext>
            </a:extLst>
          </p:cNvPr>
          <p:cNvSpPr>
            <a:spLocks noGrp="1"/>
          </p:cNvSpPr>
          <p:nvPr>
            <p:ph type="body" sz="quarter" idx="11" hasCustomPrompt="1"/>
          </p:nvPr>
        </p:nvSpPr>
        <p:spPr>
          <a:xfrm>
            <a:off x="892428" y="2374513"/>
            <a:ext cx="5389835" cy="3524842"/>
          </a:xfrm>
          <a:prstGeom prst="rect">
            <a:avLst/>
          </a:prstGeom>
        </p:spPr>
        <p:txBody>
          <a:bodyPr lIns="0" tIns="0" rIns="0" bIns="0"/>
          <a:lstStyle>
            <a:lvl1pPr marL="0" indent="0" algn="l">
              <a:lnSpc>
                <a:spcPct val="100000"/>
              </a:lnSpc>
              <a:spcBef>
                <a:spcPts val="0"/>
              </a:spcBef>
              <a:buNone/>
              <a:defRPr sz="1470" b="0" i="0">
                <a:solidFill>
                  <a:srgbClr val="003348"/>
                </a:solidFill>
                <a:latin typeface="Futura PT Book" panose="020B0502020204020303" pitchFamily="34" charset="77"/>
              </a:defRPr>
            </a:lvl1pPr>
            <a:lvl2pPr>
              <a:buNone/>
              <a:defRPr sz="1470">
                <a:solidFill>
                  <a:srgbClr val="003348"/>
                </a:solidFill>
                <a:latin typeface="Futura PT Book Italic" panose="020B0502020204090303" pitchFamily="34" charset="77"/>
              </a:defRPr>
            </a:lvl2pPr>
            <a:lvl3pPr>
              <a:buNone/>
              <a:defRPr sz="1470">
                <a:solidFill>
                  <a:srgbClr val="003348"/>
                </a:solidFill>
                <a:latin typeface="Futura PT Book Italic" panose="020B0502020204090303" pitchFamily="34" charset="77"/>
              </a:defRPr>
            </a:lvl3pPr>
            <a:lvl4pPr>
              <a:buNone/>
              <a:defRPr sz="1470">
                <a:solidFill>
                  <a:srgbClr val="003348"/>
                </a:solidFill>
                <a:latin typeface="Futura PT Book Italic" panose="020B0502020204090303" pitchFamily="34" charset="77"/>
              </a:defRPr>
            </a:lvl4pPr>
            <a:lvl5pPr>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endParaRPr lang="en-US" dirty="0"/>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endParaRPr lang="en-US" dirty="0"/>
          </a:p>
          <a:p>
            <a:pPr lvl="0"/>
            <a:endParaRPr lang="en-US" dirty="0"/>
          </a:p>
        </p:txBody>
      </p:sp>
      <p:sp>
        <p:nvSpPr>
          <p:cNvPr id="10" name="title">
            <a:extLst>
              <a:ext uri="{FF2B5EF4-FFF2-40B4-BE49-F238E27FC236}">
                <a16:creationId xmlns:a16="http://schemas.microsoft.com/office/drawing/2014/main" id="{8F99EE10-838D-8A31-6106-1936FE371118}"/>
              </a:ext>
            </a:extLst>
          </p:cNvPr>
          <p:cNvSpPr>
            <a:spLocks noGrp="1"/>
          </p:cNvSpPr>
          <p:nvPr>
            <p:ph type="title" hasCustomPrompt="1"/>
          </p:nvPr>
        </p:nvSpPr>
        <p:spPr>
          <a:xfrm>
            <a:off x="892429" y="1418756"/>
            <a:ext cx="5389839" cy="689419"/>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 IN</a:t>
            </a:r>
            <a:br>
              <a:rPr lang="en-US" dirty="0"/>
            </a:br>
            <a:r>
              <a:rPr lang="en-US" dirty="0"/>
              <a:t>TWO LINES</a:t>
            </a:r>
            <a:endParaRPr lang="en-LB" dirty="0"/>
          </a:p>
        </p:txBody>
      </p:sp>
    </p:spTree>
    <p:extLst>
      <p:ext uri="{BB962C8B-B14F-4D97-AF65-F5344CB8AC3E}">
        <p14:creationId xmlns:p14="http://schemas.microsoft.com/office/powerpoint/2010/main" val="19355868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_sections_image">
    <p:bg>
      <p:bgPr>
        <a:solidFill>
          <a:schemeClr val="bg1"/>
        </a:solidFill>
        <a:effectLst/>
      </p:bgPr>
    </p:bg>
    <p:spTree>
      <p:nvGrpSpPr>
        <p:cNvPr id="1" name=""/>
        <p:cNvGrpSpPr/>
        <p:nvPr/>
      </p:nvGrpSpPr>
      <p:grpSpPr>
        <a:xfrm>
          <a:off x="0" y="0"/>
          <a:ext cx="0" cy="0"/>
          <a:chOff x="0" y="0"/>
          <a:chExt cx="0" cy="0"/>
        </a:xfrm>
      </p:grpSpPr>
      <p:sp>
        <p:nvSpPr>
          <p:cNvPr id="40" name="image">
            <a:extLst>
              <a:ext uri="{FF2B5EF4-FFF2-40B4-BE49-F238E27FC236}">
                <a16:creationId xmlns:a16="http://schemas.microsoft.com/office/drawing/2014/main" id="{1CE4C36E-001F-838D-326C-FB4BEE01985F}"/>
              </a:ext>
            </a:extLst>
          </p:cNvPr>
          <p:cNvSpPr>
            <a:spLocks noGrp="1"/>
          </p:cNvSpPr>
          <p:nvPr>
            <p:ph type="pic" sz="quarter" idx="19"/>
          </p:nvPr>
        </p:nvSpPr>
        <p:spPr>
          <a:xfrm>
            <a:off x="7391400" y="423863"/>
            <a:ext cx="4005263" cy="6019800"/>
          </a:xfrm>
          <a:prstGeom prst="rect">
            <a:avLst/>
          </a:prstGeom>
        </p:spPr>
        <p:txBody>
          <a:bodyPr/>
          <a:lstStyle/>
          <a:p>
            <a:endParaRPr lang="en-LB"/>
          </a:p>
        </p:txBody>
      </p:sp>
      <p:sp>
        <p:nvSpPr>
          <p:cNvPr id="38" name="body_4">
            <a:extLst>
              <a:ext uri="{FF2B5EF4-FFF2-40B4-BE49-F238E27FC236}">
                <a16:creationId xmlns:a16="http://schemas.microsoft.com/office/drawing/2014/main" id="{5AB73B01-7E0E-0F64-D327-99EA70BAC9F3}"/>
              </a:ext>
            </a:extLst>
          </p:cNvPr>
          <p:cNvSpPr>
            <a:spLocks noGrp="1"/>
          </p:cNvSpPr>
          <p:nvPr>
            <p:ph type="body" sz="quarter" idx="18" hasCustomPrompt="1"/>
          </p:nvPr>
        </p:nvSpPr>
        <p:spPr>
          <a:xfrm>
            <a:off x="795338" y="5081965"/>
            <a:ext cx="6163742" cy="553117"/>
          </a:xfrm>
          <a:prstGeom prst="rect">
            <a:avLst/>
          </a:prstGeom>
        </p:spPr>
        <p:txBody>
          <a:bodyPr lIns="0" tIns="0" rIns="0" bIns="0"/>
          <a:lstStyle>
            <a:lvl1pPr marL="0" indent="0">
              <a:lnSpc>
                <a:spcPct val="100000"/>
              </a:lnSpc>
              <a:spcBef>
                <a:spcPts val="0"/>
              </a:spcBef>
              <a:buNone/>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p:txBody>
      </p:sp>
      <p:sp>
        <p:nvSpPr>
          <p:cNvPr id="37" name="heading_4">
            <a:extLst>
              <a:ext uri="{FF2B5EF4-FFF2-40B4-BE49-F238E27FC236}">
                <a16:creationId xmlns:a16="http://schemas.microsoft.com/office/drawing/2014/main" id="{275373F7-1514-9992-FF19-11618E12DEFE}"/>
              </a:ext>
            </a:extLst>
          </p:cNvPr>
          <p:cNvSpPr>
            <a:spLocks noGrp="1"/>
          </p:cNvSpPr>
          <p:nvPr>
            <p:ph type="body" idx="17" hasCustomPrompt="1"/>
          </p:nvPr>
        </p:nvSpPr>
        <p:spPr>
          <a:xfrm>
            <a:off x="795866" y="4801817"/>
            <a:ext cx="6163742" cy="268116"/>
          </a:xfrm>
          <a:prstGeom prst="rect">
            <a:avLst/>
          </a:prstGeom>
        </p:spPr>
        <p:txBody>
          <a:bodyPr lIns="0" tIns="0" rIns="0" bIns="0"/>
          <a:lstStyle>
            <a:lvl1pPr marL="0" indent="0">
              <a:spcBef>
                <a:spcPts val="0"/>
              </a:spcBef>
              <a:buNone/>
              <a:defRPr sz="18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HEADING 4</a:t>
            </a:r>
            <a:endParaRPr lang="en-LB" dirty="0"/>
          </a:p>
        </p:txBody>
      </p:sp>
      <p:sp>
        <p:nvSpPr>
          <p:cNvPr id="36" name="body_3">
            <a:extLst>
              <a:ext uri="{FF2B5EF4-FFF2-40B4-BE49-F238E27FC236}">
                <a16:creationId xmlns:a16="http://schemas.microsoft.com/office/drawing/2014/main" id="{28866EAC-FE09-818E-11DD-E2C27EE79AD2}"/>
              </a:ext>
            </a:extLst>
          </p:cNvPr>
          <p:cNvSpPr>
            <a:spLocks noGrp="1"/>
          </p:cNvSpPr>
          <p:nvPr>
            <p:ph type="body" sz="quarter" idx="16" hasCustomPrompt="1"/>
          </p:nvPr>
        </p:nvSpPr>
        <p:spPr>
          <a:xfrm>
            <a:off x="795338" y="4083345"/>
            <a:ext cx="6164261" cy="553117"/>
          </a:xfrm>
          <a:prstGeom prst="rect">
            <a:avLst/>
          </a:prstGeom>
        </p:spPr>
        <p:txBody>
          <a:bodyPr lIns="0" tIns="0" rIns="0" bIns="0"/>
          <a:lstStyle>
            <a:lvl1pPr marL="0" indent="0">
              <a:lnSpc>
                <a:spcPct val="100000"/>
              </a:lnSpc>
              <a:spcBef>
                <a:spcPts val="0"/>
              </a:spcBef>
              <a:buNone/>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p:txBody>
      </p:sp>
      <p:sp>
        <p:nvSpPr>
          <p:cNvPr id="35" name="heading_3">
            <a:extLst>
              <a:ext uri="{FF2B5EF4-FFF2-40B4-BE49-F238E27FC236}">
                <a16:creationId xmlns:a16="http://schemas.microsoft.com/office/drawing/2014/main" id="{27B2F98F-A8F4-458B-5A67-54713C1236FC}"/>
              </a:ext>
            </a:extLst>
          </p:cNvPr>
          <p:cNvSpPr>
            <a:spLocks noGrp="1"/>
          </p:cNvSpPr>
          <p:nvPr>
            <p:ph type="body" idx="15" hasCustomPrompt="1"/>
          </p:nvPr>
        </p:nvSpPr>
        <p:spPr>
          <a:xfrm>
            <a:off x="795866" y="3803197"/>
            <a:ext cx="6163742" cy="268116"/>
          </a:xfrm>
          <a:prstGeom prst="rect">
            <a:avLst/>
          </a:prstGeom>
        </p:spPr>
        <p:txBody>
          <a:bodyPr lIns="0" tIns="0" rIns="0" bIns="0"/>
          <a:lstStyle>
            <a:lvl1pPr marL="0" indent="0">
              <a:spcBef>
                <a:spcPts val="0"/>
              </a:spcBef>
              <a:buNone/>
              <a:defRPr sz="18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HEADING 3</a:t>
            </a:r>
            <a:endParaRPr lang="en-LB" dirty="0"/>
          </a:p>
        </p:txBody>
      </p:sp>
      <p:sp>
        <p:nvSpPr>
          <p:cNvPr id="34" name="body_2">
            <a:extLst>
              <a:ext uri="{FF2B5EF4-FFF2-40B4-BE49-F238E27FC236}">
                <a16:creationId xmlns:a16="http://schemas.microsoft.com/office/drawing/2014/main" id="{04FC1E60-81CB-396B-0329-4857ACE0E486}"/>
              </a:ext>
            </a:extLst>
          </p:cNvPr>
          <p:cNvSpPr>
            <a:spLocks noGrp="1"/>
          </p:cNvSpPr>
          <p:nvPr>
            <p:ph type="body" sz="quarter" idx="14" hasCustomPrompt="1"/>
          </p:nvPr>
        </p:nvSpPr>
        <p:spPr>
          <a:xfrm>
            <a:off x="795338" y="3072693"/>
            <a:ext cx="6164261" cy="553117"/>
          </a:xfrm>
          <a:prstGeom prst="rect">
            <a:avLst/>
          </a:prstGeom>
        </p:spPr>
        <p:txBody>
          <a:bodyPr lIns="0" tIns="0" rIns="0" bIns="0"/>
          <a:lstStyle>
            <a:lvl1pPr marL="0" indent="0">
              <a:lnSpc>
                <a:spcPct val="100000"/>
              </a:lnSpc>
              <a:spcBef>
                <a:spcPts val="0"/>
              </a:spcBef>
              <a:buNone/>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p:txBody>
      </p:sp>
      <p:sp>
        <p:nvSpPr>
          <p:cNvPr id="33" name="heading_2">
            <a:extLst>
              <a:ext uri="{FF2B5EF4-FFF2-40B4-BE49-F238E27FC236}">
                <a16:creationId xmlns:a16="http://schemas.microsoft.com/office/drawing/2014/main" id="{15FE0147-A81B-4B32-B405-7FA9FAEEEFA1}"/>
              </a:ext>
            </a:extLst>
          </p:cNvPr>
          <p:cNvSpPr>
            <a:spLocks noGrp="1"/>
          </p:cNvSpPr>
          <p:nvPr>
            <p:ph type="body" idx="13" hasCustomPrompt="1"/>
          </p:nvPr>
        </p:nvSpPr>
        <p:spPr>
          <a:xfrm>
            <a:off x="795866" y="2792545"/>
            <a:ext cx="6163742" cy="268116"/>
          </a:xfrm>
          <a:prstGeom prst="rect">
            <a:avLst/>
          </a:prstGeom>
        </p:spPr>
        <p:txBody>
          <a:bodyPr lIns="0" tIns="0" rIns="0" bIns="0"/>
          <a:lstStyle>
            <a:lvl1pPr marL="0" indent="0">
              <a:spcBef>
                <a:spcPts val="0"/>
              </a:spcBef>
              <a:buNone/>
              <a:defRPr sz="18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HEADING 2</a:t>
            </a:r>
            <a:endParaRPr lang="en-LB" dirty="0"/>
          </a:p>
        </p:txBody>
      </p:sp>
      <p:sp>
        <p:nvSpPr>
          <p:cNvPr id="32" name="body_1">
            <a:extLst>
              <a:ext uri="{FF2B5EF4-FFF2-40B4-BE49-F238E27FC236}">
                <a16:creationId xmlns:a16="http://schemas.microsoft.com/office/drawing/2014/main" id="{8E246AA4-F38F-D878-43FE-3AF5BA58D95B}"/>
              </a:ext>
            </a:extLst>
          </p:cNvPr>
          <p:cNvSpPr>
            <a:spLocks noGrp="1"/>
          </p:cNvSpPr>
          <p:nvPr>
            <p:ph type="body" sz="quarter" idx="12" hasCustomPrompt="1"/>
          </p:nvPr>
        </p:nvSpPr>
        <p:spPr>
          <a:xfrm>
            <a:off x="795338" y="2074072"/>
            <a:ext cx="6164261" cy="553117"/>
          </a:xfrm>
          <a:prstGeom prst="rect">
            <a:avLst/>
          </a:prstGeom>
        </p:spPr>
        <p:txBody>
          <a:bodyPr lIns="0" tIns="0" rIns="0" bIns="0"/>
          <a:lstStyle>
            <a:lvl1pPr marL="0" indent="0">
              <a:lnSpc>
                <a:spcPct val="100000"/>
              </a:lnSpc>
              <a:spcBef>
                <a:spcPts val="0"/>
              </a:spcBef>
              <a:buNone/>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p:txBody>
      </p:sp>
      <p:sp>
        <p:nvSpPr>
          <p:cNvPr id="28" name="heading_1">
            <a:extLst>
              <a:ext uri="{FF2B5EF4-FFF2-40B4-BE49-F238E27FC236}">
                <a16:creationId xmlns:a16="http://schemas.microsoft.com/office/drawing/2014/main" id="{1D19380D-DA4B-C14F-463C-C41677FB3E73}"/>
              </a:ext>
            </a:extLst>
          </p:cNvPr>
          <p:cNvSpPr>
            <a:spLocks noGrp="1"/>
          </p:cNvSpPr>
          <p:nvPr>
            <p:ph type="body" idx="11" hasCustomPrompt="1"/>
          </p:nvPr>
        </p:nvSpPr>
        <p:spPr>
          <a:xfrm>
            <a:off x="795866" y="1793924"/>
            <a:ext cx="6163742" cy="268116"/>
          </a:xfrm>
          <a:prstGeom prst="rect">
            <a:avLst/>
          </a:prstGeom>
        </p:spPr>
        <p:txBody>
          <a:bodyPr lIns="0" tIns="0" rIns="0" bIns="0"/>
          <a:lstStyle>
            <a:lvl1pPr marL="0" indent="0">
              <a:spcBef>
                <a:spcPts val="0"/>
              </a:spcBef>
              <a:buNone/>
              <a:defRPr sz="18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HEADING 1</a:t>
            </a:r>
            <a:endParaRPr lang="en-LB" dirty="0"/>
          </a:p>
        </p:txBody>
      </p:sp>
      <p:sp>
        <p:nvSpPr>
          <p:cNvPr id="26" name="subtitle">
            <a:extLst>
              <a:ext uri="{FF2B5EF4-FFF2-40B4-BE49-F238E27FC236}">
                <a16:creationId xmlns:a16="http://schemas.microsoft.com/office/drawing/2014/main" id="{EE1C3C82-6368-0FA1-5060-DC3B278CBB18}"/>
              </a:ext>
            </a:extLst>
          </p:cNvPr>
          <p:cNvSpPr>
            <a:spLocks noGrp="1"/>
          </p:cNvSpPr>
          <p:nvPr>
            <p:ph type="body" sz="quarter" idx="10" hasCustomPrompt="1"/>
          </p:nvPr>
        </p:nvSpPr>
        <p:spPr>
          <a:xfrm>
            <a:off x="795866" y="1276457"/>
            <a:ext cx="6163742" cy="182964"/>
          </a:xfrm>
          <a:prstGeom prst="rect">
            <a:avLst/>
          </a:prstGeom>
        </p:spPr>
        <p:txBody>
          <a:bodyPr lIns="0" tIns="0" rIns="0" bIns="0"/>
          <a:lstStyle>
            <a:lvl1pPr marL="0" indent="0">
              <a:spcBef>
                <a:spcPts val="0"/>
              </a:spcBef>
              <a:buNone/>
              <a:defRPr sz="160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Subtitle</a:t>
            </a:r>
            <a:endParaRPr lang="en-LB" dirty="0"/>
          </a:p>
        </p:txBody>
      </p:sp>
      <p:sp>
        <p:nvSpPr>
          <p:cNvPr id="24" name="title">
            <a:extLst>
              <a:ext uri="{FF2B5EF4-FFF2-40B4-BE49-F238E27FC236}">
                <a16:creationId xmlns:a16="http://schemas.microsoft.com/office/drawing/2014/main" id="{01548354-E3D8-75B3-CF67-D5BE3F4AE597}"/>
              </a:ext>
            </a:extLst>
          </p:cNvPr>
          <p:cNvSpPr>
            <a:spLocks noGrp="1"/>
          </p:cNvSpPr>
          <p:nvPr>
            <p:ph type="title" hasCustomPrompt="1"/>
          </p:nvPr>
        </p:nvSpPr>
        <p:spPr>
          <a:xfrm>
            <a:off x="795866" y="846667"/>
            <a:ext cx="6163742" cy="381850"/>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38858623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_bullets_six_image_right">
    <p:bg>
      <p:bgPr>
        <a:solidFill>
          <a:schemeClr val="bg1"/>
        </a:solidFill>
        <a:effectLst/>
      </p:bgPr>
    </p:bg>
    <p:spTree>
      <p:nvGrpSpPr>
        <p:cNvPr id="1" name=""/>
        <p:cNvGrpSpPr/>
        <p:nvPr/>
      </p:nvGrpSpPr>
      <p:grpSpPr>
        <a:xfrm>
          <a:off x="0" y="0"/>
          <a:ext cx="0" cy="0"/>
          <a:chOff x="0" y="0"/>
          <a:chExt cx="0" cy="0"/>
        </a:xfrm>
      </p:grpSpPr>
      <p:sp>
        <p:nvSpPr>
          <p:cNvPr id="5" name="image">
            <a:extLst>
              <a:ext uri="{FF2B5EF4-FFF2-40B4-BE49-F238E27FC236}">
                <a16:creationId xmlns:a16="http://schemas.microsoft.com/office/drawing/2014/main" id="{3FAF5EFC-9772-F266-2A6B-9360B7EA6DEB}"/>
              </a:ext>
            </a:extLst>
          </p:cNvPr>
          <p:cNvSpPr>
            <a:spLocks noGrp="1"/>
          </p:cNvSpPr>
          <p:nvPr>
            <p:ph type="pic" sz="quarter" idx="19"/>
          </p:nvPr>
        </p:nvSpPr>
        <p:spPr>
          <a:xfrm>
            <a:off x="7391400" y="423863"/>
            <a:ext cx="4005263" cy="6019800"/>
          </a:xfrm>
          <a:prstGeom prst="rect">
            <a:avLst/>
          </a:prstGeom>
        </p:spPr>
        <p:txBody>
          <a:bodyPr/>
          <a:lstStyle/>
          <a:p>
            <a:endParaRPr lang="en-LB"/>
          </a:p>
        </p:txBody>
      </p:sp>
      <p:sp>
        <p:nvSpPr>
          <p:cNvPr id="8" name="body_bullet6">
            <a:extLst>
              <a:ext uri="{FF2B5EF4-FFF2-40B4-BE49-F238E27FC236}">
                <a16:creationId xmlns:a16="http://schemas.microsoft.com/office/drawing/2014/main" id="{F54DD9C4-DDA9-5B74-BF50-6FF7AA9B999C}"/>
              </a:ext>
            </a:extLst>
          </p:cNvPr>
          <p:cNvSpPr>
            <a:spLocks noGrp="1"/>
          </p:cNvSpPr>
          <p:nvPr>
            <p:ph type="body" sz="quarter" idx="26" hasCustomPrompt="1"/>
          </p:nvPr>
        </p:nvSpPr>
        <p:spPr>
          <a:xfrm>
            <a:off x="806449" y="4583652"/>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6</a:t>
            </a:r>
          </a:p>
          <a:p>
            <a:pPr lvl="0"/>
            <a:endParaRPr lang="en-US" dirty="0"/>
          </a:p>
        </p:txBody>
      </p:sp>
      <p:sp>
        <p:nvSpPr>
          <p:cNvPr id="6" name="body_bullet5">
            <a:extLst>
              <a:ext uri="{FF2B5EF4-FFF2-40B4-BE49-F238E27FC236}">
                <a16:creationId xmlns:a16="http://schemas.microsoft.com/office/drawing/2014/main" id="{215A3560-5552-DA30-C14C-74AEF8AE8EC0}"/>
              </a:ext>
            </a:extLst>
          </p:cNvPr>
          <p:cNvSpPr>
            <a:spLocks noGrp="1"/>
          </p:cNvSpPr>
          <p:nvPr>
            <p:ph type="body" sz="quarter" idx="25" hasCustomPrompt="1"/>
          </p:nvPr>
        </p:nvSpPr>
        <p:spPr>
          <a:xfrm>
            <a:off x="806449" y="4257080"/>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5</a:t>
            </a:r>
          </a:p>
          <a:p>
            <a:pPr lvl="0"/>
            <a:endParaRPr lang="en-US" dirty="0"/>
          </a:p>
        </p:txBody>
      </p:sp>
      <p:sp>
        <p:nvSpPr>
          <p:cNvPr id="4" name="body_bullet4">
            <a:extLst>
              <a:ext uri="{FF2B5EF4-FFF2-40B4-BE49-F238E27FC236}">
                <a16:creationId xmlns:a16="http://schemas.microsoft.com/office/drawing/2014/main" id="{8D58D1E0-F4CF-89B9-48D6-DAB309FDFFF7}"/>
              </a:ext>
            </a:extLst>
          </p:cNvPr>
          <p:cNvSpPr>
            <a:spLocks noGrp="1"/>
          </p:cNvSpPr>
          <p:nvPr>
            <p:ph type="body" sz="quarter" idx="24" hasCustomPrompt="1"/>
          </p:nvPr>
        </p:nvSpPr>
        <p:spPr>
          <a:xfrm>
            <a:off x="806449" y="3930509"/>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4</a:t>
            </a:r>
          </a:p>
          <a:p>
            <a:pPr lvl="0"/>
            <a:endParaRPr lang="en-US" dirty="0"/>
          </a:p>
        </p:txBody>
      </p:sp>
      <p:sp>
        <p:nvSpPr>
          <p:cNvPr id="3" name="body_bullet3">
            <a:extLst>
              <a:ext uri="{FF2B5EF4-FFF2-40B4-BE49-F238E27FC236}">
                <a16:creationId xmlns:a16="http://schemas.microsoft.com/office/drawing/2014/main" id="{032A06F5-51BF-EB8C-3341-02BE2CAF3AD3}"/>
              </a:ext>
            </a:extLst>
          </p:cNvPr>
          <p:cNvSpPr>
            <a:spLocks noGrp="1"/>
          </p:cNvSpPr>
          <p:nvPr>
            <p:ph type="body" sz="quarter" idx="23" hasCustomPrompt="1"/>
          </p:nvPr>
        </p:nvSpPr>
        <p:spPr>
          <a:xfrm>
            <a:off x="806449" y="3603937"/>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3</a:t>
            </a:r>
          </a:p>
          <a:p>
            <a:pPr lvl="0"/>
            <a:endParaRPr lang="en-US" dirty="0"/>
          </a:p>
        </p:txBody>
      </p:sp>
      <p:sp>
        <p:nvSpPr>
          <p:cNvPr id="2" name="body_bullet2">
            <a:extLst>
              <a:ext uri="{FF2B5EF4-FFF2-40B4-BE49-F238E27FC236}">
                <a16:creationId xmlns:a16="http://schemas.microsoft.com/office/drawing/2014/main" id="{C955C91A-86F2-F803-66BF-0D663E9A85F2}"/>
              </a:ext>
            </a:extLst>
          </p:cNvPr>
          <p:cNvSpPr>
            <a:spLocks noGrp="1"/>
          </p:cNvSpPr>
          <p:nvPr>
            <p:ph type="body" sz="quarter" idx="22" hasCustomPrompt="1"/>
          </p:nvPr>
        </p:nvSpPr>
        <p:spPr>
          <a:xfrm>
            <a:off x="806449" y="3277366"/>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2</a:t>
            </a:r>
          </a:p>
          <a:p>
            <a:pPr lvl="0"/>
            <a:endParaRPr lang="en-US" dirty="0"/>
          </a:p>
        </p:txBody>
      </p:sp>
      <p:sp>
        <p:nvSpPr>
          <p:cNvPr id="13" name="body_bullet1">
            <a:extLst>
              <a:ext uri="{FF2B5EF4-FFF2-40B4-BE49-F238E27FC236}">
                <a16:creationId xmlns:a16="http://schemas.microsoft.com/office/drawing/2014/main" id="{0A01133B-A598-3855-2E86-E234774C9DE9}"/>
              </a:ext>
            </a:extLst>
          </p:cNvPr>
          <p:cNvSpPr>
            <a:spLocks noGrp="1"/>
          </p:cNvSpPr>
          <p:nvPr>
            <p:ph type="body" sz="quarter" idx="21" hasCustomPrompt="1"/>
          </p:nvPr>
        </p:nvSpPr>
        <p:spPr>
          <a:xfrm>
            <a:off x="806449" y="2950794"/>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1</a:t>
            </a:r>
          </a:p>
          <a:p>
            <a:pPr lvl="0"/>
            <a:endParaRPr lang="en-US" dirty="0"/>
          </a:p>
        </p:txBody>
      </p:sp>
      <p:sp>
        <p:nvSpPr>
          <p:cNvPr id="9" name="body">
            <a:extLst>
              <a:ext uri="{FF2B5EF4-FFF2-40B4-BE49-F238E27FC236}">
                <a16:creationId xmlns:a16="http://schemas.microsoft.com/office/drawing/2014/main" id="{EDD14E19-C0DD-96F8-2E03-B97D11FCF05C}"/>
              </a:ext>
            </a:extLst>
          </p:cNvPr>
          <p:cNvSpPr>
            <a:spLocks noGrp="1"/>
          </p:cNvSpPr>
          <p:nvPr>
            <p:ph type="body" sz="quarter" idx="12" hasCustomPrompt="1"/>
          </p:nvPr>
        </p:nvSpPr>
        <p:spPr>
          <a:xfrm>
            <a:off x="806488" y="1824683"/>
            <a:ext cx="6163737" cy="959409"/>
          </a:xfrm>
          <a:prstGeom prst="rect">
            <a:avLst/>
          </a:prstGeom>
        </p:spPr>
        <p:txBody>
          <a:bodyPr lIns="0" tIns="0" rIns="0" bIns="0"/>
          <a:lstStyle>
            <a:lvl1pPr marL="0" indent="0">
              <a:lnSpc>
                <a:spcPct val="100000"/>
              </a:lnSpc>
              <a:spcBef>
                <a:spcPts val="0"/>
              </a:spcBef>
              <a:buFont typeface="Arial" panose="020B0604020202020204" pitchFamily="34" charset="0"/>
              <a:buNone/>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r>
              <a:rPr lang="en-US" dirty="0" err="1"/>
              <a:t>Phasellus</a:t>
            </a:r>
            <a:r>
              <a:rPr lang="en-US" dirty="0"/>
              <a:t> fermentum, magna </a:t>
            </a:r>
            <a:r>
              <a:rPr lang="en-US" dirty="0" err="1"/>
              <a:t>eu</a:t>
            </a:r>
            <a:r>
              <a:rPr lang="en-US" dirty="0"/>
              <a:t> lacinia </a:t>
            </a:r>
            <a:r>
              <a:rPr lang="en-US" dirty="0" err="1"/>
              <a:t>ultrices</a:t>
            </a:r>
            <a:r>
              <a:rPr lang="en-US" dirty="0"/>
              <a:t>, </a:t>
            </a:r>
            <a:r>
              <a:rPr lang="en-US" dirty="0" err="1"/>
              <a:t>velit</a:t>
            </a:r>
            <a:r>
              <a:rPr lang="en-US" dirty="0"/>
              <a:t> </a:t>
            </a:r>
            <a:r>
              <a:rPr lang="en-US" dirty="0" err="1"/>
              <a:t>purus</a:t>
            </a:r>
            <a:r>
              <a:rPr lang="en-US" dirty="0"/>
              <a:t> convallis ex, a </a:t>
            </a:r>
            <a:r>
              <a:rPr lang="en-US" dirty="0" err="1"/>
              <a:t>hendrerit</a:t>
            </a:r>
            <a:r>
              <a:rPr lang="en-US" dirty="0"/>
              <a:t> dolor </a:t>
            </a:r>
            <a:r>
              <a:rPr lang="en-US" dirty="0" err="1"/>
              <a:t>purus</a:t>
            </a:r>
            <a:r>
              <a:rPr lang="en-US" dirty="0"/>
              <a:t> id </a:t>
            </a:r>
            <a:r>
              <a:rPr lang="en-US" dirty="0" err="1"/>
              <a:t>urna</a:t>
            </a:r>
            <a:r>
              <a:rPr lang="en-US" dirty="0"/>
              <a:t>.</a:t>
            </a:r>
          </a:p>
        </p:txBody>
      </p:sp>
      <p:sp>
        <p:nvSpPr>
          <p:cNvPr id="12" name="subtitle">
            <a:extLst>
              <a:ext uri="{FF2B5EF4-FFF2-40B4-BE49-F238E27FC236}">
                <a16:creationId xmlns:a16="http://schemas.microsoft.com/office/drawing/2014/main" id="{E299BE92-C5BD-CCE9-5ED8-D07BF5734B6E}"/>
              </a:ext>
            </a:extLst>
          </p:cNvPr>
          <p:cNvSpPr>
            <a:spLocks noGrp="1"/>
          </p:cNvSpPr>
          <p:nvPr>
            <p:ph type="body" sz="quarter" idx="10" hasCustomPrompt="1"/>
          </p:nvPr>
        </p:nvSpPr>
        <p:spPr>
          <a:xfrm>
            <a:off x="795866" y="1276457"/>
            <a:ext cx="6163742" cy="182964"/>
          </a:xfrm>
          <a:prstGeom prst="rect">
            <a:avLst/>
          </a:prstGeom>
        </p:spPr>
        <p:txBody>
          <a:bodyPr lIns="0" tIns="0" rIns="0" bIns="0"/>
          <a:lstStyle>
            <a:lvl1pPr marL="0" indent="0">
              <a:spcBef>
                <a:spcPts val="0"/>
              </a:spcBef>
              <a:buNone/>
              <a:defRPr sz="160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Subtitle</a:t>
            </a:r>
            <a:endParaRPr lang="en-LB" dirty="0"/>
          </a:p>
        </p:txBody>
      </p:sp>
      <p:sp>
        <p:nvSpPr>
          <p:cNvPr id="10" name="title">
            <a:extLst>
              <a:ext uri="{FF2B5EF4-FFF2-40B4-BE49-F238E27FC236}">
                <a16:creationId xmlns:a16="http://schemas.microsoft.com/office/drawing/2014/main" id="{365CF947-632B-3816-F8C9-48DCEF00C21A}"/>
              </a:ext>
            </a:extLst>
          </p:cNvPr>
          <p:cNvSpPr>
            <a:spLocks noGrp="1"/>
          </p:cNvSpPr>
          <p:nvPr>
            <p:ph type="title" hasCustomPrompt="1"/>
          </p:nvPr>
        </p:nvSpPr>
        <p:spPr>
          <a:xfrm>
            <a:off x="795866" y="846667"/>
            <a:ext cx="6163742" cy="381850"/>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22264199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_bullets_four_image_right">
    <p:bg>
      <p:bgPr>
        <a:solidFill>
          <a:schemeClr val="bg1"/>
        </a:solidFill>
        <a:effectLst/>
      </p:bgPr>
    </p:bg>
    <p:spTree>
      <p:nvGrpSpPr>
        <p:cNvPr id="1" name=""/>
        <p:cNvGrpSpPr/>
        <p:nvPr/>
      </p:nvGrpSpPr>
      <p:grpSpPr>
        <a:xfrm>
          <a:off x="0" y="0"/>
          <a:ext cx="0" cy="0"/>
          <a:chOff x="0" y="0"/>
          <a:chExt cx="0" cy="0"/>
        </a:xfrm>
      </p:grpSpPr>
      <p:sp>
        <p:nvSpPr>
          <p:cNvPr id="5" name="image">
            <a:extLst>
              <a:ext uri="{FF2B5EF4-FFF2-40B4-BE49-F238E27FC236}">
                <a16:creationId xmlns:a16="http://schemas.microsoft.com/office/drawing/2014/main" id="{3FAF5EFC-9772-F266-2A6B-9360B7EA6DEB}"/>
              </a:ext>
            </a:extLst>
          </p:cNvPr>
          <p:cNvSpPr>
            <a:spLocks noGrp="1"/>
          </p:cNvSpPr>
          <p:nvPr>
            <p:ph type="pic" sz="quarter" idx="19"/>
          </p:nvPr>
        </p:nvSpPr>
        <p:spPr>
          <a:xfrm>
            <a:off x="7391400" y="423863"/>
            <a:ext cx="4005263" cy="6019800"/>
          </a:xfrm>
          <a:prstGeom prst="rect">
            <a:avLst/>
          </a:prstGeom>
        </p:spPr>
        <p:txBody>
          <a:bodyPr/>
          <a:lstStyle/>
          <a:p>
            <a:endParaRPr lang="en-LB"/>
          </a:p>
        </p:txBody>
      </p:sp>
      <p:sp>
        <p:nvSpPr>
          <p:cNvPr id="14" name="body_bullet4">
            <a:extLst>
              <a:ext uri="{FF2B5EF4-FFF2-40B4-BE49-F238E27FC236}">
                <a16:creationId xmlns:a16="http://schemas.microsoft.com/office/drawing/2014/main" id="{9D97374D-A31F-85CF-AA74-27BA2970518F}"/>
              </a:ext>
            </a:extLst>
          </p:cNvPr>
          <p:cNvSpPr>
            <a:spLocks noGrp="1"/>
          </p:cNvSpPr>
          <p:nvPr>
            <p:ph type="body" sz="quarter" idx="24" hasCustomPrompt="1"/>
          </p:nvPr>
        </p:nvSpPr>
        <p:spPr>
          <a:xfrm>
            <a:off x="806449" y="3925664"/>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4</a:t>
            </a:r>
          </a:p>
          <a:p>
            <a:pPr lvl="0"/>
            <a:endParaRPr lang="en-US" dirty="0"/>
          </a:p>
        </p:txBody>
      </p:sp>
      <p:sp>
        <p:nvSpPr>
          <p:cNvPr id="12" name="body_bullet3">
            <a:extLst>
              <a:ext uri="{FF2B5EF4-FFF2-40B4-BE49-F238E27FC236}">
                <a16:creationId xmlns:a16="http://schemas.microsoft.com/office/drawing/2014/main" id="{870FAC72-6E1C-034D-939E-CE716FF87934}"/>
              </a:ext>
            </a:extLst>
          </p:cNvPr>
          <p:cNvSpPr>
            <a:spLocks noGrp="1"/>
          </p:cNvSpPr>
          <p:nvPr>
            <p:ph type="body" sz="quarter" idx="23" hasCustomPrompt="1"/>
          </p:nvPr>
        </p:nvSpPr>
        <p:spPr>
          <a:xfrm>
            <a:off x="806449" y="3599092"/>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3</a:t>
            </a:r>
          </a:p>
          <a:p>
            <a:pPr lvl="0"/>
            <a:endParaRPr lang="en-US" dirty="0"/>
          </a:p>
        </p:txBody>
      </p:sp>
      <p:sp>
        <p:nvSpPr>
          <p:cNvPr id="10" name="body_bullet2">
            <a:extLst>
              <a:ext uri="{FF2B5EF4-FFF2-40B4-BE49-F238E27FC236}">
                <a16:creationId xmlns:a16="http://schemas.microsoft.com/office/drawing/2014/main" id="{D894DBD1-42B2-9086-B76C-FB9AB246A4D1}"/>
              </a:ext>
            </a:extLst>
          </p:cNvPr>
          <p:cNvSpPr>
            <a:spLocks noGrp="1"/>
          </p:cNvSpPr>
          <p:nvPr>
            <p:ph type="body" sz="quarter" idx="22" hasCustomPrompt="1"/>
          </p:nvPr>
        </p:nvSpPr>
        <p:spPr>
          <a:xfrm>
            <a:off x="806449" y="3272521"/>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2</a:t>
            </a:r>
          </a:p>
          <a:p>
            <a:pPr lvl="0"/>
            <a:endParaRPr lang="en-US" dirty="0"/>
          </a:p>
        </p:txBody>
      </p:sp>
      <p:sp>
        <p:nvSpPr>
          <p:cNvPr id="8" name="body_bullet1">
            <a:extLst>
              <a:ext uri="{FF2B5EF4-FFF2-40B4-BE49-F238E27FC236}">
                <a16:creationId xmlns:a16="http://schemas.microsoft.com/office/drawing/2014/main" id="{21FCABE1-00E2-827F-ED23-5AA2838A6C8A}"/>
              </a:ext>
            </a:extLst>
          </p:cNvPr>
          <p:cNvSpPr>
            <a:spLocks noGrp="1"/>
          </p:cNvSpPr>
          <p:nvPr>
            <p:ph type="body" sz="quarter" idx="21" hasCustomPrompt="1"/>
          </p:nvPr>
        </p:nvSpPr>
        <p:spPr>
          <a:xfrm>
            <a:off x="806449" y="2945949"/>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1</a:t>
            </a:r>
          </a:p>
          <a:p>
            <a:pPr lvl="0"/>
            <a:endParaRPr lang="en-US" dirty="0"/>
          </a:p>
        </p:txBody>
      </p:sp>
      <p:sp>
        <p:nvSpPr>
          <p:cNvPr id="6" name="body">
            <a:extLst>
              <a:ext uri="{FF2B5EF4-FFF2-40B4-BE49-F238E27FC236}">
                <a16:creationId xmlns:a16="http://schemas.microsoft.com/office/drawing/2014/main" id="{A857E36E-84A5-9C02-D65A-4E4D6332A519}"/>
              </a:ext>
            </a:extLst>
          </p:cNvPr>
          <p:cNvSpPr>
            <a:spLocks noGrp="1"/>
          </p:cNvSpPr>
          <p:nvPr>
            <p:ph type="body" sz="quarter" idx="12" hasCustomPrompt="1"/>
          </p:nvPr>
        </p:nvSpPr>
        <p:spPr>
          <a:xfrm>
            <a:off x="806488" y="1819838"/>
            <a:ext cx="6163737" cy="959409"/>
          </a:xfrm>
          <a:prstGeom prst="rect">
            <a:avLst/>
          </a:prstGeom>
        </p:spPr>
        <p:txBody>
          <a:bodyPr lIns="0" tIns="0" rIns="0" bIns="0"/>
          <a:lstStyle>
            <a:lvl1pPr marL="0" indent="0">
              <a:lnSpc>
                <a:spcPct val="100000"/>
              </a:lnSpc>
              <a:spcBef>
                <a:spcPts val="0"/>
              </a:spcBef>
              <a:buFont typeface="Arial" panose="020B0604020202020204" pitchFamily="34" charset="0"/>
              <a:buNone/>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r>
              <a:rPr lang="en-US" dirty="0" err="1"/>
              <a:t>Phasellus</a:t>
            </a:r>
            <a:r>
              <a:rPr lang="en-US" dirty="0"/>
              <a:t> fermentum, magna </a:t>
            </a:r>
            <a:r>
              <a:rPr lang="en-US" dirty="0" err="1"/>
              <a:t>eu</a:t>
            </a:r>
            <a:r>
              <a:rPr lang="en-US" dirty="0"/>
              <a:t> lacinia </a:t>
            </a:r>
            <a:r>
              <a:rPr lang="en-US" dirty="0" err="1"/>
              <a:t>ultrices</a:t>
            </a:r>
            <a:r>
              <a:rPr lang="en-US" dirty="0"/>
              <a:t>, </a:t>
            </a:r>
            <a:r>
              <a:rPr lang="en-US" dirty="0" err="1"/>
              <a:t>velit</a:t>
            </a:r>
            <a:r>
              <a:rPr lang="en-US" dirty="0"/>
              <a:t> </a:t>
            </a:r>
            <a:r>
              <a:rPr lang="en-US" dirty="0" err="1"/>
              <a:t>purus</a:t>
            </a:r>
            <a:r>
              <a:rPr lang="en-US" dirty="0"/>
              <a:t> convallis ex, a </a:t>
            </a:r>
            <a:r>
              <a:rPr lang="en-US" dirty="0" err="1"/>
              <a:t>hendrerit</a:t>
            </a:r>
            <a:r>
              <a:rPr lang="en-US" dirty="0"/>
              <a:t> dolor </a:t>
            </a:r>
            <a:r>
              <a:rPr lang="en-US" dirty="0" err="1"/>
              <a:t>purus</a:t>
            </a:r>
            <a:r>
              <a:rPr lang="en-US" dirty="0"/>
              <a:t> id </a:t>
            </a:r>
            <a:r>
              <a:rPr lang="en-US" dirty="0" err="1"/>
              <a:t>urna</a:t>
            </a:r>
            <a:r>
              <a:rPr lang="en-US" dirty="0"/>
              <a:t>.</a:t>
            </a:r>
          </a:p>
        </p:txBody>
      </p:sp>
      <p:sp>
        <p:nvSpPr>
          <p:cNvPr id="16" name="subtitle">
            <a:extLst>
              <a:ext uri="{FF2B5EF4-FFF2-40B4-BE49-F238E27FC236}">
                <a16:creationId xmlns:a16="http://schemas.microsoft.com/office/drawing/2014/main" id="{32CA1E83-9B4B-F940-52A5-BEDA1C23037E}"/>
              </a:ext>
            </a:extLst>
          </p:cNvPr>
          <p:cNvSpPr>
            <a:spLocks noGrp="1"/>
          </p:cNvSpPr>
          <p:nvPr>
            <p:ph type="body" sz="quarter" idx="10" hasCustomPrompt="1"/>
          </p:nvPr>
        </p:nvSpPr>
        <p:spPr>
          <a:xfrm>
            <a:off x="795866" y="1276457"/>
            <a:ext cx="6163742" cy="182964"/>
          </a:xfrm>
          <a:prstGeom prst="rect">
            <a:avLst/>
          </a:prstGeom>
        </p:spPr>
        <p:txBody>
          <a:bodyPr lIns="0" tIns="0" rIns="0" bIns="0"/>
          <a:lstStyle>
            <a:lvl1pPr marL="0" indent="0">
              <a:spcBef>
                <a:spcPts val="0"/>
              </a:spcBef>
              <a:buNone/>
              <a:defRPr sz="160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Subtitle</a:t>
            </a:r>
            <a:endParaRPr lang="en-LB" dirty="0"/>
          </a:p>
        </p:txBody>
      </p:sp>
      <p:sp>
        <p:nvSpPr>
          <p:cNvPr id="15" name="title">
            <a:extLst>
              <a:ext uri="{FF2B5EF4-FFF2-40B4-BE49-F238E27FC236}">
                <a16:creationId xmlns:a16="http://schemas.microsoft.com/office/drawing/2014/main" id="{A6F5623D-EF08-EB66-BA93-A33B0545372D}"/>
              </a:ext>
            </a:extLst>
          </p:cNvPr>
          <p:cNvSpPr>
            <a:spLocks noGrp="1"/>
          </p:cNvSpPr>
          <p:nvPr>
            <p:ph type="title" hasCustomPrompt="1"/>
          </p:nvPr>
        </p:nvSpPr>
        <p:spPr>
          <a:xfrm>
            <a:off x="795866" y="846667"/>
            <a:ext cx="6163742" cy="381850"/>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12867400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_bullets_two_image_right">
    <p:bg>
      <p:bgPr>
        <a:solidFill>
          <a:schemeClr val="bg1"/>
        </a:solidFill>
        <a:effectLst/>
      </p:bgPr>
    </p:bg>
    <p:spTree>
      <p:nvGrpSpPr>
        <p:cNvPr id="1" name=""/>
        <p:cNvGrpSpPr/>
        <p:nvPr/>
      </p:nvGrpSpPr>
      <p:grpSpPr>
        <a:xfrm>
          <a:off x="0" y="0"/>
          <a:ext cx="0" cy="0"/>
          <a:chOff x="0" y="0"/>
          <a:chExt cx="0" cy="0"/>
        </a:xfrm>
      </p:grpSpPr>
      <p:sp>
        <p:nvSpPr>
          <p:cNvPr id="5" name="image">
            <a:extLst>
              <a:ext uri="{FF2B5EF4-FFF2-40B4-BE49-F238E27FC236}">
                <a16:creationId xmlns:a16="http://schemas.microsoft.com/office/drawing/2014/main" id="{3FAF5EFC-9772-F266-2A6B-9360B7EA6DEB}"/>
              </a:ext>
            </a:extLst>
          </p:cNvPr>
          <p:cNvSpPr>
            <a:spLocks noGrp="1"/>
          </p:cNvSpPr>
          <p:nvPr>
            <p:ph type="pic" sz="quarter" idx="19"/>
          </p:nvPr>
        </p:nvSpPr>
        <p:spPr>
          <a:xfrm>
            <a:off x="7391400" y="423863"/>
            <a:ext cx="4005263" cy="6019800"/>
          </a:xfrm>
          <a:prstGeom prst="rect">
            <a:avLst/>
          </a:prstGeom>
        </p:spPr>
        <p:txBody>
          <a:bodyPr/>
          <a:lstStyle/>
          <a:p>
            <a:endParaRPr lang="en-LB"/>
          </a:p>
        </p:txBody>
      </p:sp>
      <p:sp>
        <p:nvSpPr>
          <p:cNvPr id="6" name="body_bullet2">
            <a:extLst>
              <a:ext uri="{FF2B5EF4-FFF2-40B4-BE49-F238E27FC236}">
                <a16:creationId xmlns:a16="http://schemas.microsoft.com/office/drawing/2014/main" id="{B40B318D-A901-3EC5-A943-E2025F937E06}"/>
              </a:ext>
            </a:extLst>
          </p:cNvPr>
          <p:cNvSpPr>
            <a:spLocks noGrp="1"/>
          </p:cNvSpPr>
          <p:nvPr>
            <p:ph type="body" sz="quarter" idx="22" hasCustomPrompt="1"/>
          </p:nvPr>
        </p:nvSpPr>
        <p:spPr>
          <a:xfrm>
            <a:off x="806449" y="3272521"/>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2</a:t>
            </a:r>
          </a:p>
          <a:p>
            <a:pPr lvl="0"/>
            <a:endParaRPr lang="en-US" dirty="0"/>
          </a:p>
        </p:txBody>
      </p:sp>
      <p:sp>
        <p:nvSpPr>
          <p:cNvPr id="4" name="body_bullet1">
            <a:extLst>
              <a:ext uri="{FF2B5EF4-FFF2-40B4-BE49-F238E27FC236}">
                <a16:creationId xmlns:a16="http://schemas.microsoft.com/office/drawing/2014/main" id="{BB251AE4-ADF4-558E-5CA4-14F57CDB541C}"/>
              </a:ext>
            </a:extLst>
          </p:cNvPr>
          <p:cNvSpPr>
            <a:spLocks noGrp="1"/>
          </p:cNvSpPr>
          <p:nvPr>
            <p:ph type="body" sz="quarter" idx="21" hasCustomPrompt="1"/>
          </p:nvPr>
        </p:nvSpPr>
        <p:spPr>
          <a:xfrm>
            <a:off x="806449" y="2945949"/>
            <a:ext cx="6163737" cy="210608"/>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1</a:t>
            </a:r>
          </a:p>
          <a:p>
            <a:pPr lvl="0"/>
            <a:endParaRPr lang="en-US" dirty="0"/>
          </a:p>
        </p:txBody>
      </p:sp>
      <p:sp>
        <p:nvSpPr>
          <p:cNvPr id="3" name="body">
            <a:extLst>
              <a:ext uri="{FF2B5EF4-FFF2-40B4-BE49-F238E27FC236}">
                <a16:creationId xmlns:a16="http://schemas.microsoft.com/office/drawing/2014/main" id="{C3A34F1E-32C6-DFB5-0D71-C2208DB75836}"/>
              </a:ext>
            </a:extLst>
          </p:cNvPr>
          <p:cNvSpPr>
            <a:spLocks noGrp="1"/>
          </p:cNvSpPr>
          <p:nvPr>
            <p:ph type="body" sz="quarter" idx="12" hasCustomPrompt="1"/>
          </p:nvPr>
        </p:nvSpPr>
        <p:spPr>
          <a:xfrm>
            <a:off x="806488" y="1819838"/>
            <a:ext cx="6163737" cy="959409"/>
          </a:xfrm>
          <a:prstGeom prst="rect">
            <a:avLst/>
          </a:prstGeom>
        </p:spPr>
        <p:txBody>
          <a:bodyPr lIns="0" tIns="0" rIns="0" bIns="0"/>
          <a:lstStyle>
            <a:lvl1pPr marL="0" indent="0">
              <a:lnSpc>
                <a:spcPct val="100000"/>
              </a:lnSpc>
              <a:spcBef>
                <a:spcPts val="0"/>
              </a:spcBef>
              <a:buFont typeface="Arial" panose="020B0604020202020204" pitchFamily="34" charset="0"/>
              <a:buNone/>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r>
              <a:rPr lang="en-US" dirty="0" err="1"/>
              <a:t>Phasellus</a:t>
            </a:r>
            <a:r>
              <a:rPr lang="en-US" dirty="0"/>
              <a:t> fermentum, magna </a:t>
            </a:r>
            <a:r>
              <a:rPr lang="en-US" dirty="0" err="1"/>
              <a:t>eu</a:t>
            </a:r>
            <a:r>
              <a:rPr lang="en-US" dirty="0"/>
              <a:t> lacinia </a:t>
            </a:r>
            <a:r>
              <a:rPr lang="en-US" dirty="0" err="1"/>
              <a:t>ultrices</a:t>
            </a:r>
            <a:r>
              <a:rPr lang="en-US" dirty="0"/>
              <a:t>, </a:t>
            </a:r>
            <a:r>
              <a:rPr lang="en-US" dirty="0" err="1"/>
              <a:t>velit</a:t>
            </a:r>
            <a:r>
              <a:rPr lang="en-US" dirty="0"/>
              <a:t> </a:t>
            </a:r>
            <a:r>
              <a:rPr lang="en-US" dirty="0" err="1"/>
              <a:t>purus</a:t>
            </a:r>
            <a:r>
              <a:rPr lang="en-US" dirty="0"/>
              <a:t> convallis ex, a </a:t>
            </a:r>
            <a:r>
              <a:rPr lang="en-US" dirty="0" err="1"/>
              <a:t>hendrerit</a:t>
            </a:r>
            <a:r>
              <a:rPr lang="en-US" dirty="0"/>
              <a:t> dolor </a:t>
            </a:r>
            <a:r>
              <a:rPr lang="en-US" dirty="0" err="1"/>
              <a:t>purus</a:t>
            </a:r>
            <a:r>
              <a:rPr lang="en-US" dirty="0"/>
              <a:t> id </a:t>
            </a:r>
            <a:r>
              <a:rPr lang="en-US" dirty="0" err="1"/>
              <a:t>urna</a:t>
            </a:r>
            <a:r>
              <a:rPr lang="en-US" dirty="0"/>
              <a:t>.</a:t>
            </a:r>
          </a:p>
        </p:txBody>
      </p:sp>
      <p:sp>
        <p:nvSpPr>
          <p:cNvPr id="10" name="subtitle">
            <a:extLst>
              <a:ext uri="{FF2B5EF4-FFF2-40B4-BE49-F238E27FC236}">
                <a16:creationId xmlns:a16="http://schemas.microsoft.com/office/drawing/2014/main" id="{70C7806C-6C45-CCB7-60E6-7AE2982C7A10}"/>
              </a:ext>
            </a:extLst>
          </p:cNvPr>
          <p:cNvSpPr>
            <a:spLocks noGrp="1"/>
          </p:cNvSpPr>
          <p:nvPr>
            <p:ph type="body" sz="quarter" idx="10" hasCustomPrompt="1"/>
          </p:nvPr>
        </p:nvSpPr>
        <p:spPr>
          <a:xfrm>
            <a:off x="795866" y="1276457"/>
            <a:ext cx="6163742" cy="182964"/>
          </a:xfrm>
          <a:prstGeom prst="rect">
            <a:avLst/>
          </a:prstGeom>
        </p:spPr>
        <p:txBody>
          <a:bodyPr lIns="0" tIns="0" rIns="0" bIns="0"/>
          <a:lstStyle>
            <a:lvl1pPr marL="0" indent="0">
              <a:spcBef>
                <a:spcPts val="0"/>
              </a:spcBef>
              <a:buNone/>
              <a:defRPr sz="160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Subtitle</a:t>
            </a:r>
            <a:endParaRPr lang="en-LB" dirty="0"/>
          </a:p>
        </p:txBody>
      </p:sp>
      <p:sp>
        <p:nvSpPr>
          <p:cNvPr id="8" name="title">
            <a:extLst>
              <a:ext uri="{FF2B5EF4-FFF2-40B4-BE49-F238E27FC236}">
                <a16:creationId xmlns:a16="http://schemas.microsoft.com/office/drawing/2014/main" id="{0EABE101-C02C-44AF-AD41-0A2FC579FD60}"/>
              </a:ext>
            </a:extLst>
          </p:cNvPr>
          <p:cNvSpPr>
            <a:spLocks noGrp="1"/>
          </p:cNvSpPr>
          <p:nvPr>
            <p:ph type="title" hasCustomPrompt="1"/>
          </p:nvPr>
        </p:nvSpPr>
        <p:spPr>
          <a:xfrm>
            <a:off x="795866" y="846667"/>
            <a:ext cx="6163742" cy="381850"/>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907110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ullets_four_image_left">
    <p:bg>
      <p:bgPr>
        <a:solidFill>
          <a:schemeClr val="bg1"/>
        </a:solidFill>
        <a:effectLst/>
      </p:bgPr>
    </p:bg>
    <p:spTree>
      <p:nvGrpSpPr>
        <p:cNvPr id="1" name=""/>
        <p:cNvGrpSpPr/>
        <p:nvPr/>
      </p:nvGrpSpPr>
      <p:grpSpPr>
        <a:xfrm>
          <a:off x="0" y="0"/>
          <a:ext cx="0" cy="0"/>
          <a:chOff x="0" y="0"/>
          <a:chExt cx="0" cy="0"/>
        </a:xfrm>
      </p:grpSpPr>
      <p:sp>
        <p:nvSpPr>
          <p:cNvPr id="8" name="image">
            <a:extLst>
              <a:ext uri="{FF2B5EF4-FFF2-40B4-BE49-F238E27FC236}">
                <a16:creationId xmlns:a16="http://schemas.microsoft.com/office/drawing/2014/main" id="{13CA7576-884B-D472-5BA3-592561D6B0E0}"/>
              </a:ext>
            </a:extLst>
          </p:cNvPr>
          <p:cNvSpPr>
            <a:spLocks noGrp="1"/>
          </p:cNvSpPr>
          <p:nvPr>
            <p:ph type="pic" sz="quarter" idx="10"/>
          </p:nvPr>
        </p:nvSpPr>
        <p:spPr>
          <a:xfrm>
            <a:off x="541338" y="457200"/>
            <a:ext cx="4538662" cy="5672138"/>
          </a:xfrm>
          <a:prstGeom prst="rect">
            <a:avLst/>
          </a:prstGeom>
        </p:spPr>
        <p:txBody>
          <a:bodyPr/>
          <a:lstStyle/>
          <a:p>
            <a:endParaRPr lang="en-LB"/>
          </a:p>
        </p:txBody>
      </p:sp>
      <p:sp>
        <p:nvSpPr>
          <p:cNvPr id="12" name="body_bullet4">
            <a:extLst>
              <a:ext uri="{FF2B5EF4-FFF2-40B4-BE49-F238E27FC236}">
                <a16:creationId xmlns:a16="http://schemas.microsoft.com/office/drawing/2014/main" id="{E426039D-6CE3-0540-D971-459FBDC56965}"/>
              </a:ext>
            </a:extLst>
          </p:cNvPr>
          <p:cNvSpPr>
            <a:spLocks noGrp="1"/>
          </p:cNvSpPr>
          <p:nvPr>
            <p:ph type="body" sz="quarter" idx="25" hasCustomPrompt="1"/>
          </p:nvPr>
        </p:nvSpPr>
        <p:spPr>
          <a:xfrm>
            <a:off x="5725251" y="3291282"/>
            <a:ext cx="5666080" cy="257969"/>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4</a:t>
            </a:r>
          </a:p>
          <a:p>
            <a:pPr lvl="0"/>
            <a:endParaRPr lang="en-US" dirty="0"/>
          </a:p>
        </p:txBody>
      </p:sp>
      <p:sp>
        <p:nvSpPr>
          <p:cNvPr id="10" name="body_bullet3">
            <a:extLst>
              <a:ext uri="{FF2B5EF4-FFF2-40B4-BE49-F238E27FC236}">
                <a16:creationId xmlns:a16="http://schemas.microsoft.com/office/drawing/2014/main" id="{6390AEC3-FBF8-0EFF-970D-6CBA48813D21}"/>
              </a:ext>
            </a:extLst>
          </p:cNvPr>
          <p:cNvSpPr>
            <a:spLocks noGrp="1"/>
          </p:cNvSpPr>
          <p:nvPr>
            <p:ph type="body" sz="quarter" idx="24" hasCustomPrompt="1"/>
          </p:nvPr>
        </p:nvSpPr>
        <p:spPr>
          <a:xfrm>
            <a:off x="5725251" y="2964710"/>
            <a:ext cx="5666080" cy="257969"/>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3</a:t>
            </a:r>
          </a:p>
          <a:p>
            <a:pPr lvl="0"/>
            <a:endParaRPr lang="en-US" dirty="0"/>
          </a:p>
        </p:txBody>
      </p:sp>
      <p:sp>
        <p:nvSpPr>
          <p:cNvPr id="7" name="body_bullet2">
            <a:extLst>
              <a:ext uri="{FF2B5EF4-FFF2-40B4-BE49-F238E27FC236}">
                <a16:creationId xmlns:a16="http://schemas.microsoft.com/office/drawing/2014/main" id="{FF9CFDC6-D17A-E24A-3888-8CA110FE7776}"/>
              </a:ext>
            </a:extLst>
          </p:cNvPr>
          <p:cNvSpPr>
            <a:spLocks noGrp="1"/>
          </p:cNvSpPr>
          <p:nvPr>
            <p:ph type="body" sz="quarter" idx="23" hasCustomPrompt="1"/>
          </p:nvPr>
        </p:nvSpPr>
        <p:spPr>
          <a:xfrm>
            <a:off x="5725251" y="2638139"/>
            <a:ext cx="5666080" cy="257969"/>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2</a:t>
            </a:r>
          </a:p>
          <a:p>
            <a:pPr lvl="0"/>
            <a:endParaRPr lang="en-US" dirty="0"/>
          </a:p>
        </p:txBody>
      </p:sp>
      <p:sp>
        <p:nvSpPr>
          <p:cNvPr id="6" name="body_bullet1">
            <a:extLst>
              <a:ext uri="{FF2B5EF4-FFF2-40B4-BE49-F238E27FC236}">
                <a16:creationId xmlns:a16="http://schemas.microsoft.com/office/drawing/2014/main" id="{E9BF0188-3112-8B95-80AC-4EE4E7E2342A}"/>
              </a:ext>
            </a:extLst>
          </p:cNvPr>
          <p:cNvSpPr>
            <a:spLocks noGrp="1"/>
          </p:cNvSpPr>
          <p:nvPr>
            <p:ph type="body" sz="quarter" idx="22" hasCustomPrompt="1"/>
          </p:nvPr>
        </p:nvSpPr>
        <p:spPr>
          <a:xfrm>
            <a:off x="5725251" y="2311567"/>
            <a:ext cx="5666080" cy="257969"/>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1 </a:t>
            </a:r>
          </a:p>
          <a:p>
            <a:pPr lvl="0"/>
            <a:endParaRPr lang="en-US" dirty="0"/>
          </a:p>
        </p:txBody>
      </p:sp>
      <p:sp>
        <p:nvSpPr>
          <p:cNvPr id="9" name="title">
            <a:extLst>
              <a:ext uri="{FF2B5EF4-FFF2-40B4-BE49-F238E27FC236}">
                <a16:creationId xmlns:a16="http://schemas.microsoft.com/office/drawing/2014/main" id="{6B6E1461-7C56-0AD5-FD29-74DD949A8562}"/>
              </a:ext>
            </a:extLst>
          </p:cNvPr>
          <p:cNvSpPr>
            <a:spLocks noGrp="1"/>
          </p:cNvSpPr>
          <p:nvPr>
            <p:ph type="title" hasCustomPrompt="1"/>
          </p:nvPr>
        </p:nvSpPr>
        <p:spPr>
          <a:xfrm>
            <a:off x="5725362" y="1748542"/>
            <a:ext cx="5666080" cy="292271"/>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349456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ullets_six_image_left">
    <p:bg>
      <p:bgPr>
        <a:solidFill>
          <a:schemeClr val="bg1"/>
        </a:solidFill>
        <a:effectLst/>
      </p:bgPr>
    </p:bg>
    <p:spTree>
      <p:nvGrpSpPr>
        <p:cNvPr id="1" name=""/>
        <p:cNvGrpSpPr/>
        <p:nvPr/>
      </p:nvGrpSpPr>
      <p:grpSpPr>
        <a:xfrm>
          <a:off x="0" y="0"/>
          <a:ext cx="0" cy="0"/>
          <a:chOff x="0" y="0"/>
          <a:chExt cx="0" cy="0"/>
        </a:xfrm>
      </p:grpSpPr>
      <p:sp>
        <p:nvSpPr>
          <p:cNvPr id="8" name="image">
            <a:extLst>
              <a:ext uri="{FF2B5EF4-FFF2-40B4-BE49-F238E27FC236}">
                <a16:creationId xmlns:a16="http://schemas.microsoft.com/office/drawing/2014/main" id="{13CA7576-884B-D472-5BA3-592561D6B0E0}"/>
              </a:ext>
            </a:extLst>
          </p:cNvPr>
          <p:cNvSpPr>
            <a:spLocks noGrp="1"/>
          </p:cNvSpPr>
          <p:nvPr>
            <p:ph type="pic" sz="quarter" idx="10"/>
          </p:nvPr>
        </p:nvSpPr>
        <p:spPr>
          <a:xfrm>
            <a:off x="541338" y="457200"/>
            <a:ext cx="4538662" cy="5672138"/>
          </a:xfrm>
          <a:prstGeom prst="rect">
            <a:avLst/>
          </a:prstGeom>
        </p:spPr>
        <p:txBody>
          <a:bodyPr/>
          <a:lstStyle/>
          <a:p>
            <a:endParaRPr lang="en-LB"/>
          </a:p>
        </p:txBody>
      </p:sp>
      <p:sp>
        <p:nvSpPr>
          <p:cNvPr id="30" name="body_bullet6">
            <a:extLst>
              <a:ext uri="{FF2B5EF4-FFF2-40B4-BE49-F238E27FC236}">
                <a16:creationId xmlns:a16="http://schemas.microsoft.com/office/drawing/2014/main" id="{1552CC24-5B97-92F2-FBB8-1117D40DAAEA}"/>
              </a:ext>
            </a:extLst>
          </p:cNvPr>
          <p:cNvSpPr>
            <a:spLocks noGrp="1"/>
          </p:cNvSpPr>
          <p:nvPr>
            <p:ph type="body" sz="quarter" idx="27" hasCustomPrompt="1"/>
          </p:nvPr>
        </p:nvSpPr>
        <p:spPr>
          <a:xfrm>
            <a:off x="5725250" y="3958618"/>
            <a:ext cx="5666080" cy="257969"/>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6</a:t>
            </a:r>
          </a:p>
          <a:p>
            <a:pPr lvl="0"/>
            <a:endParaRPr lang="en-US" dirty="0"/>
          </a:p>
        </p:txBody>
      </p:sp>
      <p:sp>
        <p:nvSpPr>
          <p:cNvPr id="26" name="body_bullet5">
            <a:extLst>
              <a:ext uri="{FF2B5EF4-FFF2-40B4-BE49-F238E27FC236}">
                <a16:creationId xmlns:a16="http://schemas.microsoft.com/office/drawing/2014/main" id="{EAB4C3FF-EBDB-E7F3-0475-D5080AC7C14A}"/>
              </a:ext>
            </a:extLst>
          </p:cNvPr>
          <p:cNvSpPr>
            <a:spLocks noGrp="1"/>
          </p:cNvSpPr>
          <p:nvPr>
            <p:ph type="body" sz="quarter" idx="26" hasCustomPrompt="1"/>
          </p:nvPr>
        </p:nvSpPr>
        <p:spPr>
          <a:xfrm>
            <a:off x="5725250" y="3622250"/>
            <a:ext cx="5666080" cy="257969"/>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5</a:t>
            </a:r>
          </a:p>
          <a:p>
            <a:pPr lvl="0"/>
            <a:endParaRPr lang="en-US" dirty="0"/>
          </a:p>
        </p:txBody>
      </p:sp>
      <p:sp>
        <p:nvSpPr>
          <p:cNvPr id="25" name="body_bullet4">
            <a:extLst>
              <a:ext uri="{FF2B5EF4-FFF2-40B4-BE49-F238E27FC236}">
                <a16:creationId xmlns:a16="http://schemas.microsoft.com/office/drawing/2014/main" id="{9DCCB44C-09EF-2590-B83D-99629C2AC661}"/>
              </a:ext>
            </a:extLst>
          </p:cNvPr>
          <p:cNvSpPr>
            <a:spLocks noGrp="1"/>
          </p:cNvSpPr>
          <p:nvPr>
            <p:ph type="body" sz="quarter" idx="25" hasCustomPrompt="1"/>
          </p:nvPr>
        </p:nvSpPr>
        <p:spPr>
          <a:xfrm>
            <a:off x="5725250" y="3291282"/>
            <a:ext cx="5666080" cy="257969"/>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4</a:t>
            </a:r>
          </a:p>
          <a:p>
            <a:pPr lvl="0"/>
            <a:endParaRPr lang="en-US" dirty="0"/>
          </a:p>
        </p:txBody>
      </p:sp>
      <p:sp>
        <p:nvSpPr>
          <p:cNvPr id="18" name="body_bullet3">
            <a:extLst>
              <a:ext uri="{FF2B5EF4-FFF2-40B4-BE49-F238E27FC236}">
                <a16:creationId xmlns:a16="http://schemas.microsoft.com/office/drawing/2014/main" id="{ED83AC58-B4F7-D662-BAA2-75E665AD01AD}"/>
              </a:ext>
            </a:extLst>
          </p:cNvPr>
          <p:cNvSpPr>
            <a:spLocks noGrp="1"/>
          </p:cNvSpPr>
          <p:nvPr>
            <p:ph type="body" sz="quarter" idx="24" hasCustomPrompt="1"/>
          </p:nvPr>
        </p:nvSpPr>
        <p:spPr>
          <a:xfrm>
            <a:off x="5725250" y="2964710"/>
            <a:ext cx="5666080" cy="257969"/>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3</a:t>
            </a:r>
          </a:p>
          <a:p>
            <a:pPr lvl="0"/>
            <a:endParaRPr lang="en-US" dirty="0"/>
          </a:p>
        </p:txBody>
      </p:sp>
      <p:sp>
        <p:nvSpPr>
          <p:cNvPr id="17" name="body_bullet2">
            <a:extLst>
              <a:ext uri="{FF2B5EF4-FFF2-40B4-BE49-F238E27FC236}">
                <a16:creationId xmlns:a16="http://schemas.microsoft.com/office/drawing/2014/main" id="{3CE0A04B-E689-B56F-9BA9-C03F39BCD7A8}"/>
              </a:ext>
            </a:extLst>
          </p:cNvPr>
          <p:cNvSpPr>
            <a:spLocks noGrp="1"/>
          </p:cNvSpPr>
          <p:nvPr>
            <p:ph type="body" sz="quarter" idx="23" hasCustomPrompt="1"/>
          </p:nvPr>
        </p:nvSpPr>
        <p:spPr>
          <a:xfrm>
            <a:off x="5725250" y="2638139"/>
            <a:ext cx="5666080" cy="257969"/>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2</a:t>
            </a:r>
          </a:p>
          <a:p>
            <a:pPr lvl="0"/>
            <a:endParaRPr lang="en-US" dirty="0"/>
          </a:p>
        </p:txBody>
      </p:sp>
      <p:sp>
        <p:nvSpPr>
          <p:cNvPr id="16" name="body_bullet1">
            <a:extLst>
              <a:ext uri="{FF2B5EF4-FFF2-40B4-BE49-F238E27FC236}">
                <a16:creationId xmlns:a16="http://schemas.microsoft.com/office/drawing/2014/main" id="{A5CB06EE-EDDA-4EDE-F3E2-F1CF7C13B3D0}"/>
              </a:ext>
            </a:extLst>
          </p:cNvPr>
          <p:cNvSpPr>
            <a:spLocks noGrp="1"/>
          </p:cNvSpPr>
          <p:nvPr>
            <p:ph type="body" sz="quarter" idx="22" hasCustomPrompt="1"/>
          </p:nvPr>
        </p:nvSpPr>
        <p:spPr>
          <a:xfrm>
            <a:off x="5725250" y="2311567"/>
            <a:ext cx="5666080" cy="257969"/>
          </a:xfrm>
          <a:prstGeom prst="rect">
            <a:avLst/>
          </a:prstGeom>
        </p:spPr>
        <p:txBody>
          <a:bodyPr lIns="0" tIns="0" rIns="0" bIns="0"/>
          <a:lstStyle>
            <a:lvl1pPr marL="0" indent="-306000">
              <a:lnSpc>
                <a:spcPct val="100000"/>
              </a:lnSpc>
              <a:spcBef>
                <a:spcPts val="0"/>
              </a:spcBef>
              <a:buFont typeface="Arial" panose="020B0604020202020204" pitchFamily="34" charset="0"/>
              <a:buChar char="•"/>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Bullet 1 </a:t>
            </a:r>
          </a:p>
          <a:p>
            <a:pPr lvl="0"/>
            <a:endParaRPr lang="en-US" dirty="0"/>
          </a:p>
        </p:txBody>
      </p:sp>
      <p:sp>
        <p:nvSpPr>
          <p:cNvPr id="31" name="title">
            <a:extLst>
              <a:ext uri="{FF2B5EF4-FFF2-40B4-BE49-F238E27FC236}">
                <a16:creationId xmlns:a16="http://schemas.microsoft.com/office/drawing/2014/main" id="{FA2A7369-66E4-7448-E701-307D4475749E}"/>
              </a:ext>
            </a:extLst>
          </p:cNvPr>
          <p:cNvSpPr>
            <a:spLocks noGrp="1"/>
          </p:cNvSpPr>
          <p:nvPr>
            <p:ph type="title" hasCustomPrompt="1"/>
          </p:nvPr>
        </p:nvSpPr>
        <p:spPr>
          <a:xfrm>
            <a:off x="5725362" y="1748542"/>
            <a:ext cx="5666080" cy="292271"/>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34606661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_image_left">
    <p:bg>
      <p:bgPr>
        <a:solidFill>
          <a:schemeClr val="bg1"/>
        </a:solidFill>
        <a:effectLst/>
      </p:bgPr>
    </p:bg>
    <p:spTree>
      <p:nvGrpSpPr>
        <p:cNvPr id="1" name=""/>
        <p:cNvGrpSpPr/>
        <p:nvPr/>
      </p:nvGrpSpPr>
      <p:grpSpPr>
        <a:xfrm>
          <a:off x="0" y="0"/>
          <a:ext cx="0" cy="0"/>
          <a:chOff x="0" y="0"/>
          <a:chExt cx="0" cy="0"/>
        </a:xfrm>
      </p:grpSpPr>
      <p:sp>
        <p:nvSpPr>
          <p:cNvPr id="6" name="image">
            <a:extLst>
              <a:ext uri="{FF2B5EF4-FFF2-40B4-BE49-F238E27FC236}">
                <a16:creationId xmlns:a16="http://schemas.microsoft.com/office/drawing/2014/main" id="{FE038884-3334-B34C-811D-02CCDE78D6F7}"/>
              </a:ext>
            </a:extLst>
          </p:cNvPr>
          <p:cNvSpPr>
            <a:spLocks noGrp="1"/>
          </p:cNvSpPr>
          <p:nvPr>
            <p:ph type="pic" sz="quarter" idx="10"/>
          </p:nvPr>
        </p:nvSpPr>
        <p:spPr>
          <a:xfrm>
            <a:off x="541338" y="457200"/>
            <a:ext cx="4538662" cy="5672138"/>
          </a:xfrm>
          <a:prstGeom prst="rect">
            <a:avLst/>
          </a:prstGeom>
        </p:spPr>
        <p:txBody>
          <a:bodyPr/>
          <a:lstStyle/>
          <a:p>
            <a:endParaRPr lang="en-LB"/>
          </a:p>
        </p:txBody>
      </p:sp>
      <p:sp>
        <p:nvSpPr>
          <p:cNvPr id="17" name="body_2">
            <a:extLst>
              <a:ext uri="{FF2B5EF4-FFF2-40B4-BE49-F238E27FC236}">
                <a16:creationId xmlns:a16="http://schemas.microsoft.com/office/drawing/2014/main" id="{8F3FD243-7C25-684A-F059-781DF0918E8F}"/>
              </a:ext>
            </a:extLst>
          </p:cNvPr>
          <p:cNvSpPr>
            <a:spLocks noGrp="1"/>
          </p:cNvSpPr>
          <p:nvPr>
            <p:ph type="body" sz="quarter" idx="14" hasCustomPrompt="1"/>
          </p:nvPr>
        </p:nvSpPr>
        <p:spPr>
          <a:xfrm>
            <a:off x="5518675" y="4196140"/>
            <a:ext cx="5930678" cy="1794648"/>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p:txBody>
      </p:sp>
      <p:sp>
        <p:nvSpPr>
          <p:cNvPr id="16" name="heading_2">
            <a:extLst>
              <a:ext uri="{FF2B5EF4-FFF2-40B4-BE49-F238E27FC236}">
                <a16:creationId xmlns:a16="http://schemas.microsoft.com/office/drawing/2014/main" id="{566DDBBD-35F3-78BC-3104-130E225EC363}"/>
              </a:ext>
            </a:extLst>
          </p:cNvPr>
          <p:cNvSpPr>
            <a:spLocks noGrp="1"/>
          </p:cNvSpPr>
          <p:nvPr>
            <p:ph type="body" idx="13" hasCustomPrompt="1"/>
          </p:nvPr>
        </p:nvSpPr>
        <p:spPr>
          <a:xfrm>
            <a:off x="5519202" y="3915992"/>
            <a:ext cx="5930677" cy="268116"/>
          </a:xfrm>
          <a:prstGeom prst="rect">
            <a:avLst/>
          </a:prstGeom>
        </p:spPr>
        <p:txBody>
          <a:bodyPr lIns="0" tIns="0" rIns="0" bIns="0"/>
          <a:lstStyle>
            <a:lvl1pPr marL="0" indent="0">
              <a:spcBef>
                <a:spcPts val="0"/>
              </a:spcBef>
              <a:buNone/>
              <a:defRPr sz="18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HEADING 2</a:t>
            </a:r>
            <a:endParaRPr lang="en-LB" dirty="0"/>
          </a:p>
        </p:txBody>
      </p:sp>
      <p:sp>
        <p:nvSpPr>
          <p:cNvPr id="15" name="body_1">
            <a:extLst>
              <a:ext uri="{FF2B5EF4-FFF2-40B4-BE49-F238E27FC236}">
                <a16:creationId xmlns:a16="http://schemas.microsoft.com/office/drawing/2014/main" id="{931B8DF9-E5E0-B869-8F04-2B1C65BC26E4}"/>
              </a:ext>
            </a:extLst>
          </p:cNvPr>
          <p:cNvSpPr>
            <a:spLocks noGrp="1"/>
          </p:cNvSpPr>
          <p:nvPr>
            <p:ph type="body" sz="quarter" idx="22" hasCustomPrompt="1"/>
          </p:nvPr>
        </p:nvSpPr>
        <p:spPr>
          <a:xfrm>
            <a:off x="5518675" y="1850413"/>
            <a:ext cx="5931204" cy="1872943"/>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7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r>
              <a:rPr lang="en-US" dirty="0"/>
              <a:t> </a:t>
            </a:r>
          </a:p>
        </p:txBody>
      </p:sp>
      <p:sp>
        <p:nvSpPr>
          <p:cNvPr id="14" name="heading_1">
            <a:extLst>
              <a:ext uri="{FF2B5EF4-FFF2-40B4-BE49-F238E27FC236}">
                <a16:creationId xmlns:a16="http://schemas.microsoft.com/office/drawing/2014/main" id="{F883EEFC-18F6-7541-231B-02A29F7CB946}"/>
              </a:ext>
            </a:extLst>
          </p:cNvPr>
          <p:cNvSpPr>
            <a:spLocks noGrp="1"/>
          </p:cNvSpPr>
          <p:nvPr>
            <p:ph type="body" idx="11" hasCustomPrompt="1"/>
          </p:nvPr>
        </p:nvSpPr>
        <p:spPr>
          <a:xfrm>
            <a:off x="5519202" y="1570265"/>
            <a:ext cx="5930151" cy="268116"/>
          </a:xfrm>
          <a:prstGeom prst="rect">
            <a:avLst/>
          </a:prstGeom>
        </p:spPr>
        <p:txBody>
          <a:bodyPr lIns="0" tIns="0" rIns="0" bIns="0"/>
          <a:lstStyle>
            <a:lvl1pPr marL="0" indent="0">
              <a:spcBef>
                <a:spcPts val="0"/>
              </a:spcBef>
              <a:buNone/>
              <a:defRPr sz="1870" b="0" i="0">
                <a:solidFill>
                  <a:srgbClr val="003348"/>
                </a:solidFill>
                <a:latin typeface="Futura PT Book" panose="020B0502020204020303" pitchFamily="34" charset="77"/>
              </a:defRPr>
            </a:lvl1pPr>
            <a:lvl2pPr indent="0">
              <a:buNone/>
              <a:defRPr sz="1870">
                <a:solidFill>
                  <a:srgbClr val="003348"/>
                </a:solidFill>
                <a:latin typeface="Futura PT Book Italic" panose="020B0502020204090303" pitchFamily="34" charset="77"/>
              </a:defRPr>
            </a:lvl2pPr>
            <a:lvl3pPr indent="0">
              <a:buNone/>
              <a:defRPr sz="1870">
                <a:solidFill>
                  <a:srgbClr val="003348"/>
                </a:solidFill>
                <a:latin typeface="Futura PT Book Italic" panose="020B0502020204090303" pitchFamily="34" charset="77"/>
              </a:defRPr>
            </a:lvl3pPr>
            <a:lvl4pPr indent="0">
              <a:buNone/>
              <a:defRPr sz="1870">
                <a:solidFill>
                  <a:srgbClr val="003348"/>
                </a:solidFill>
                <a:latin typeface="Futura PT Book Italic" panose="020B0502020204090303" pitchFamily="34" charset="77"/>
              </a:defRPr>
            </a:lvl4pPr>
            <a:lvl5pPr indent="0">
              <a:buNone/>
              <a:defRPr sz="1870">
                <a:solidFill>
                  <a:srgbClr val="003348"/>
                </a:solidFill>
                <a:latin typeface="Futura PT Book Italic" panose="020B0502020204090303" pitchFamily="34" charset="77"/>
              </a:defRPr>
            </a:lvl5pPr>
          </a:lstStyle>
          <a:p>
            <a:pPr lvl="0"/>
            <a:r>
              <a:rPr lang="en-US" dirty="0"/>
              <a:t>HEADING 1</a:t>
            </a:r>
            <a:endParaRPr lang="en-LB" dirty="0"/>
          </a:p>
        </p:txBody>
      </p:sp>
      <p:sp>
        <p:nvSpPr>
          <p:cNvPr id="13" name="subtitle">
            <a:extLst>
              <a:ext uri="{FF2B5EF4-FFF2-40B4-BE49-F238E27FC236}">
                <a16:creationId xmlns:a16="http://schemas.microsoft.com/office/drawing/2014/main" id="{941A8841-47E3-FC5A-2323-724AEDC67AE6}"/>
              </a:ext>
            </a:extLst>
          </p:cNvPr>
          <p:cNvSpPr>
            <a:spLocks noGrp="1"/>
          </p:cNvSpPr>
          <p:nvPr>
            <p:ph type="body" sz="quarter" idx="21" hasCustomPrompt="1"/>
          </p:nvPr>
        </p:nvSpPr>
        <p:spPr>
          <a:xfrm>
            <a:off x="5519202" y="1048818"/>
            <a:ext cx="5930151" cy="183634"/>
          </a:xfrm>
          <a:prstGeom prst="rect">
            <a:avLst/>
          </a:prstGeom>
        </p:spPr>
        <p:txBody>
          <a:bodyPr lIns="0" tIns="0" rIns="0" bIns="0"/>
          <a:lstStyle>
            <a:lvl1pPr marL="0" indent="0">
              <a:spcBef>
                <a:spcPts val="0"/>
              </a:spcBef>
              <a:buNone/>
              <a:defRPr sz="1600" b="0" i="0">
                <a:solidFill>
                  <a:srgbClr val="003348"/>
                </a:solidFill>
                <a:latin typeface="Futura PT Book" panose="020B0502020204020303" pitchFamily="34" charset="77"/>
              </a:defRPr>
            </a:lvl1pPr>
            <a:lvl2pPr indent="0">
              <a:buNone/>
              <a:defRPr sz="1470">
                <a:solidFill>
                  <a:srgbClr val="003348"/>
                </a:solidFill>
                <a:latin typeface="Futura PT Book Italic" panose="020B0502020204090303" pitchFamily="34" charset="77"/>
              </a:defRPr>
            </a:lvl2pPr>
            <a:lvl3pPr indent="0">
              <a:buNone/>
              <a:defRPr sz="1470">
                <a:solidFill>
                  <a:srgbClr val="003348"/>
                </a:solidFill>
                <a:latin typeface="Futura PT Book Italic" panose="020B0502020204090303" pitchFamily="34" charset="77"/>
              </a:defRPr>
            </a:lvl3pPr>
            <a:lvl4pPr indent="0">
              <a:buNone/>
              <a:defRPr sz="1470">
                <a:solidFill>
                  <a:srgbClr val="003348"/>
                </a:solidFill>
                <a:latin typeface="Futura PT Book Italic" panose="020B0502020204090303" pitchFamily="34" charset="77"/>
              </a:defRPr>
            </a:lvl4pPr>
            <a:lvl5pPr indent="0">
              <a:buNone/>
              <a:defRPr sz="1470">
                <a:solidFill>
                  <a:srgbClr val="003348"/>
                </a:solidFill>
                <a:latin typeface="Futura PT Book Italic" panose="020B0502020204090303" pitchFamily="34" charset="77"/>
              </a:defRPr>
            </a:lvl5pPr>
          </a:lstStyle>
          <a:p>
            <a:pPr lvl="0"/>
            <a:r>
              <a:rPr lang="en-US" dirty="0"/>
              <a:t>Subtitle</a:t>
            </a:r>
            <a:endParaRPr lang="en-LB" dirty="0"/>
          </a:p>
        </p:txBody>
      </p:sp>
      <p:sp>
        <p:nvSpPr>
          <p:cNvPr id="27" name="title">
            <a:extLst>
              <a:ext uri="{FF2B5EF4-FFF2-40B4-BE49-F238E27FC236}">
                <a16:creationId xmlns:a16="http://schemas.microsoft.com/office/drawing/2014/main" id="{26EB33ED-7FBE-BAC9-E636-837F85A99E9C}"/>
              </a:ext>
            </a:extLst>
          </p:cNvPr>
          <p:cNvSpPr>
            <a:spLocks noGrp="1"/>
          </p:cNvSpPr>
          <p:nvPr>
            <p:ph type="title" hasCustomPrompt="1"/>
          </p:nvPr>
        </p:nvSpPr>
        <p:spPr>
          <a:xfrm>
            <a:off x="5518673" y="619028"/>
            <a:ext cx="5930151" cy="292271"/>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a:t>
            </a:r>
            <a:endParaRPr lang="en-LB" dirty="0"/>
          </a:p>
        </p:txBody>
      </p:sp>
    </p:spTree>
    <p:extLst>
      <p:ext uri="{BB962C8B-B14F-4D97-AF65-F5344CB8AC3E}">
        <p14:creationId xmlns:p14="http://schemas.microsoft.com/office/powerpoint/2010/main" val="17585504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ght_images_blue_title">
    <p:bg>
      <p:bgPr>
        <a:solidFill>
          <a:schemeClr val="bg1"/>
        </a:solidFill>
        <a:effectLst/>
      </p:bgPr>
    </p:bg>
    <p:spTree>
      <p:nvGrpSpPr>
        <p:cNvPr id="1" name=""/>
        <p:cNvGrpSpPr/>
        <p:nvPr/>
      </p:nvGrpSpPr>
      <p:grpSpPr>
        <a:xfrm>
          <a:off x="0" y="0"/>
          <a:ext cx="0" cy="0"/>
          <a:chOff x="0" y="0"/>
          <a:chExt cx="0" cy="0"/>
        </a:xfrm>
      </p:grpSpPr>
      <p:sp>
        <p:nvSpPr>
          <p:cNvPr id="32" name="image_8">
            <a:extLst>
              <a:ext uri="{FF2B5EF4-FFF2-40B4-BE49-F238E27FC236}">
                <a16:creationId xmlns:a16="http://schemas.microsoft.com/office/drawing/2014/main" id="{9931CAC8-F61F-EC91-13D0-55C0D27696F1}"/>
              </a:ext>
            </a:extLst>
          </p:cNvPr>
          <p:cNvSpPr>
            <a:spLocks noGrp="1"/>
          </p:cNvSpPr>
          <p:nvPr>
            <p:ph type="pic" sz="quarter" idx="18"/>
          </p:nvPr>
        </p:nvSpPr>
        <p:spPr>
          <a:xfrm>
            <a:off x="10212388" y="3890963"/>
            <a:ext cx="1979612" cy="2967037"/>
          </a:xfrm>
          <a:prstGeom prst="rect">
            <a:avLst/>
          </a:prstGeom>
        </p:spPr>
        <p:txBody>
          <a:bodyPr/>
          <a:lstStyle/>
          <a:p>
            <a:endParaRPr lang="en-LB"/>
          </a:p>
        </p:txBody>
      </p:sp>
      <p:sp>
        <p:nvSpPr>
          <p:cNvPr id="30" name="image_7">
            <a:extLst>
              <a:ext uri="{FF2B5EF4-FFF2-40B4-BE49-F238E27FC236}">
                <a16:creationId xmlns:a16="http://schemas.microsoft.com/office/drawing/2014/main" id="{95283DF6-DF15-759D-7675-3B3CA844E69C}"/>
              </a:ext>
            </a:extLst>
          </p:cNvPr>
          <p:cNvSpPr>
            <a:spLocks noGrp="1"/>
          </p:cNvSpPr>
          <p:nvPr>
            <p:ph type="pic" sz="quarter" idx="17"/>
          </p:nvPr>
        </p:nvSpPr>
        <p:spPr>
          <a:xfrm>
            <a:off x="7431088" y="3425825"/>
            <a:ext cx="2646362" cy="3308350"/>
          </a:xfrm>
          <a:prstGeom prst="rect">
            <a:avLst/>
          </a:prstGeom>
        </p:spPr>
        <p:txBody>
          <a:bodyPr/>
          <a:lstStyle/>
          <a:p>
            <a:endParaRPr lang="en-LB"/>
          </a:p>
        </p:txBody>
      </p:sp>
      <p:sp>
        <p:nvSpPr>
          <p:cNvPr id="28" name="image_6">
            <a:extLst>
              <a:ext uri="{FF2B5EF4-FFF2-40B4-BE49-F238E27FC236}">
                <a16:creationId xmlns:a16="http://schemas.microsoft.com/office/drawing/2014/main" id="{1AC07385-9F4A-0281-A341-7EED02C3BA8A}"/>
              </a:ext>
            </a:extLst>
          </p:cNvPr>
          <p:cNvSpPr>
            <a:spLocks noGrp="1"/>
          </p:cNvSpPr>
          <p:nvPr>
            <p:ph type="pic" sz="quarter" idx="16"/>
          </p:nvPr>
        </p:nvSpPr>
        <p:spPr>
          <a:xfrm>
            <a:off x="4770438" y="3425825"/>
            <a:ext cx="2524125" cy="3157538"/>
          </a:xfrm>
          <a:prstGeom prst="rect">
            <a:avLst/>
          </a:prstGeom>
        </p:spPr>
        <p:txBody>
          <a:bodyPr/>
          <a:lstStyle/>
          <a:p>
            <a:endParaRPr lang="en-LB"/>
          </a:p>
        </p:txBody>
      </p:sp>
      <p:sp>
        <p:nvSpPr>
          <p:cNvPr id="26" name="image_5">
            <a:extLst>
              <a:ext uri="{FF2B5EF4-FFF2-40B4-BE49-F238E27FC236}">
                <a16:creationId xmlns:a16="http://schemas.microsoft.com/office/drawing/2014/main" id="{2398E76A-6EB6-13E5-4B6D-B340CF2BD6A4}"/>
              </a:ext>
            </a:extLst>
          </p:cNvPr>
          <p:cNvSpPr>
            <a:spLocks noGrp="1"/>
          </p:cNvSpPr>
          <p:nvPr>
            <p:ph type="pic" sz="quarter" idx="15"/>
          </p:nvPr>
        </p:nvSpPr>
        <p:spPr>
          <a:xfrm>
            <a:off x="835025" y="3732301"/>
            <a:ext cx="3786188" cy="3001873"/>
          </a:xfrm>
          <a:prstGeom prst="rect">
            <a:avLst/>
          </a:prstGeom>
        </p:spPr>
        <p:txBody>
          <a:bodyPr/>
          <a:lstStyle/>
          <a:p>
            <a:endParaRPr lang="en-LB"/>
          </a:p>
        </p:txBody>
      </p:sp>
      <p:sp>
        <p:nvSpPr>
          <p:cNvPr id="24" name="image_4">
            <a:extLst>
              <a:ext uri="{FF2B5EF4-FFF2-40B4-BE49-F238E27FC236}">
                <a16:creationId xmlns:a16="http://schemas.microsoft.com/office/drawing/2014/main" id="{E02399B3-1E56-59CB-6665-E2F6B9DCAA0D}"/>
              </a:ext>
            </a:extLst>
          </p:cNvPr>
          <p:cNvSpPr>
            <a:spLocks noGrp="1"/>
          </p:cNvSpPr>
          <p:nvPr>
            <p:ph type="pic" sz="quarter" idx="14"/>
          </p:nvPr>
        </p:nvSpPr>
        <p:spPr>
          <a:xfrm>
            <a:off x="10649760" y="971550"/>
            <a:ext cx="1542240" cy="2743200"/>
          </a:xfrm>
          <a:prstGeom prst="rect">
            <a:avLst/>
          </a:prstGeom>
        </p:spPr>
        <p:txBody>
          <a:bodyPr/>
          <a:lstStyle/>
          <a:p>
            <a:endParaRPr lang="en-LB"/>
          </a:p>
        </p:txBody>
      </p:sp>
      <p:sp>
        <p:nvSpPr>
          <p:cNvPr id="22" name="image_3">
            <a:extLst>
              <a:ext uri="{FF2B5EF4-FFF2-40B4-BE49-F238E27FC236}">
                <a16:creationId xmlns:a16="http://schemas.microsoft.com/office/drawing/2014/main" id="{428336B5-1C04-127E-9991-411FE3E8434D}"/>
              </a:ext>
            </a:extLst>
          </p:cNvPr>
          <p:cNvSpPr>
            <a:spLocks noGrp="1"/>
          </p:cNvSpPr>
          <p:nvPr>
            <p:ph type="pic" sz="quarter" idx="13"/>
          </p:nvPr>
        </p:nvSpPr>
        <p:spPr>
          <a:xfrm>
            <a:off x="7953375" y="0"/>
            <a:ext cx="2505075" cy="3248025"/>
          </a:xfrm>
          <a:prstGeom prst="rect">
            <a:avLst/>
          </a:prstGeom>
        </p:spPr>
        <p:txBody>
          <a:bodyPr/>
          <a:lstStyle/>
          <a:p>
            <a:endParaRPr lang="en-LB"/>
          </a:p>
        </p:txBody>
      </p:sp>
      <p:sp>
        <p:nvSpPr>
          <p:cNvPr id="20" name="image_2">
            <a:extLst>
              <a:ext uri="{FF2B5EF4-FFF2-40B4-BE49-F238E27FC236}">
                <a16:creationId xmlns:a16="http://schemas.microsoft.com/office/drawing/2014/main" id="{8D89DF68-72BD-24EC-58EE-D86BEEA267BD}"/>
              </a:ext>
            </a:extLst>
          </p:cNvPr>
          <p:cNvSpPr>
            <a:spLocks noGrp="1"/>
          </p:cNvSpPr>
          <p:nvPr>
            <p:ph type="pic" sz="quarter" idx="12"/>
          </p:nvPr>
        </p:nvSpPr>
        <p:spPr>
          <a:xfrm>
            <a:off x="3906838" y="207963"/>
            <a:ext cx="3851275" cy="3040062"/>
          </a:xfrm>
          <a:prstGeom prst="rect">
            <a:avLst/>
          </a:prstGeom>
        </p:spPr>
        <p:txBody>
          <a:bodyPr/>
          <a:lstStyle/>
          <a:p>
            <a:endParaRPr lang="en-LB"/>
          </a:p>
        </p:txBody>
      </p:sp>
      <p:sp>
        <p:nvSpPr>
          <p:cNvPr id="18" name="image_1">
            <a:extLst>
              <a:ext uri="{FF2B5EF4-FFF2-40B4-BE49-F238E27FC236}">
                <a16:creationId xmlns:a16="http://schemas.microsoft.com/office/drawing/2014/main" id="{FA3A6441-06A2-6F53-FC4E-0276D602732B}"/>
              </a:ext>
            </a:extLst>
          </p:cNvPr>
          <p:cNvSpPr>
            <a:spLocks noGrp="1"/>
          </p:cNvSpPr>
          <p:nvPr>
            <p:ph type="pic" sz="quarter" idx="11"/>
          </p:nvPr>
        </p:nvSpPr>
        <p:spPr>
          <a:xfrm>
            <a:off x="835025" y="0"/>
            <a:ext cx="2855913" cy="3559176"/>
          </a:xfrm>
          <a:prstGeom prst="rect">
            <a:avLst/>
          </a:prstGeom>
        </p:spPr>
        <p:txBody>
          <a:bodyPr/>
          <a:lstStyle/>
          <a:p>
            <a:endParaRPr lang="en-LB"/>
          </a:p>
        </p:txBody>
      </p:sp>
      <p:sp>
        <p:nvSpPr>
          <p:cNvPr id="16" name="title">
            <a:extLst>
              <a:ext uri="{FF2B5EF4-FFF2-40B4-BE49-F238E27FC236}">
                <a16:creationId xmlns:a16="http://schemas.microsoft.com/office/drawing/2014/main" id="{C307C506-CA69-9C7B-0E2A-BE079A6B3A4B}"/>
              </a:ext>
            </a:extLst>
          </p:cNvPr>
          <p:cNvSpPr>
            <a:spLocks noGrp="1"/>
          </p:cNvSpPr>
          <p:nvPr>
            <p:ph type="body" orient="vert" sz="quarter" idx="10" hasCustomPrompt="1"/>
          </p:nvPr>
        </p:nvSpPr>
        <p:spPr>
          <a:xfrm rot="10800000">
            <a:off x="147081" y="344946"/>
            <a:ext cx="377638" cy="5891136"/>
          </a:xfrm>
          <a:prstGeom prst="rect">
            <a:avLst/>
          </a:prstGeom>
        </p:spPr>
        <p:txBody>
          <a:bodyPr vert="eaVert" lIns="0" tIns="0" rIns="0" bIns="0"/>
          <a:lstStyle>
            <a:lvl1pPr marL="0" indent="0" algn="ctr">
              <a:spcBef>
                <a:spcPts val="0"/>
              </a:spcBef>
              <a:buNone/>
              <a:defRPr sz="2400" b="1" i="0">
                <a:solidFill>
                  <a:schemeClr val="bg1"/>
                </a:solidFill>
                <a:latin typeface="Futura PT Bold" panose="020B0502020204020303" pitchFamily="34" charset="77"/>
              </a:defRPr>
            </a:lvl1pPr>
            <a:lvl2pPr indent="0">
              <a:buNone/>
              <a:defRPr sz="2400">
                <a:solidFill>
                  <a:schemeClr val="bg1"/>
                </a:solidFill>
                <a:latin typeface="Futura PT Book Italic" panose="020B0502020204090303" pitchFamily="34" charset="77"/>
              </a:defRPr>
            </a:lvl2pPr>
            <a:lvl3pPr indent="0">
              <a:buNone/>
              <a:defRPr sz="2400">
                <a:solidFill>
                  <a:schemeClr val="bg1"/>
                </a:solidFill>
                <a:latin typeface="Futura PT Book Italic" panose="020B0502020204090303" pitchFamily="34" charset="77"/>
              </a:defRPr>
            </a:lvl3pPr>
            <a:lvl4pPr indent="0">
              <a:buNone/>
              <a:defRPr sz="2400">
                <a:solidFill>
                  <a:schemeClr val="bg1"/>
                </a:solidFill>
                <a:latin typeface="Futura PT Book Italic" panose="020B0502020204090303" pitchFamily="34" charset="77"/>
              </a:defRPr>
            </a:lvl4pPr>
            <a:lvl5pPr indent="0">
              <a:buNone/>
              <a:defRPr sz="2400">
                <a:solidFill>
                  <a:schemeClr val="bg1"/>
                </a:solidFill>
                <a:latin typeface="Futura PT Book Italic" panose="020B0502020204090303" pitchFamily="34" charset="77"/>
              </a:defRPr>
            </a:lvl5pPr>
          </a:lstStyle>
          <a:p>
            <a:pPr lvl="0"/>
            <a:r>
              <a:rPr lang="en-US" dirty="0"/>
              <a:t>TITLE</a:t>
            </a:r>
            <a:endParaRPr lang="en-LB" dirty="0"/>
          </a:p>
        </p:txBody>
      </p:sp>
    </p:spTree>
    <p:extLst>
      <p:ext uri="{BB962C8B-B14F-4D97-AF65-F5344CB8AC3E}">
        <p14:creationId xmlns:p14="http://schemas.microsoft.com/office/powerpoint/2010/main" val="16960327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ve_images_blue_title">
    <p:bg>
      <p:bgPr>
        <a:solidFill>
          <a:schemeClr val="bg1"/>
        </a:solidFill>
        <a:effectLst/>
      </p:bgPr>
    </p:bg>
    <p:spTree>
      <p:nvGrpSpPr>
        <p:cNvPr id="1" name=""/>
        <p:cNvGrpSpPr/>
        <p:nvPr/>
      </p:nvGrpSpPr>
      <p:grpSpPr>
        <a:xfrm>
          <a:off x="0" y="0"/>
          <a:ext cx="0" cy="0"/>
          <a:chOff x="0" y="0"/>
          <a:chExt cx="0" cy="0"/>
        </a:xfrm>
      </p:grpSpPr>
      <p:sp>
        <p:nvSpPr>
          <p:cNvPr id="22" name="image_5">
            <a:extLst>
              <a:ext uri="{FF2B5EF4-FFF2-40B4-BE49-F238E27FC236}">
                <a16:creationId xmlns:a16="http://schemas.microsoft.com/office/drawing/2014/main" id="{97333833-79C2-2172-17AD-ADF7D4BC2941}"/>
              </a:ext>
            </a:extLst>
          </p:cNvPr>
          <p:cNvSpPr>
            <a:spLocks noGrp="1"/>
          </p:cNvSpPr>
          <p:nvPr>
            <p:ph type="pic" sz="quarter" idx="15"/>
          </p:nvPr>
        </p:nvSpPr>
        <p:spPr>
          <a:xfrm>
            <a:off x="8678863" y="3479800"/>
            <a:ext cx="3378200" cy="3378200"/>
          </a:xfrm>
          <a:prstGeom prst="rect">
            <a:avLst/>
          </a:prstGeom>
        </p:spPr>
        <p:txBody>
          <a:bodyPr/>
          <a:lstStyle/>
          <a:p>
            <a:endParaRPr lang="en-LB"/>
          </a:p>
        </p:txBody>
      </p:sp>
      <p:sp>
        <p:nvSpPr>
          <p:cNvPr id="18" name="image_4">
            <a:extLst>
              <a:ext uri="{FF2B5EF4-FFF2-40B4-BE49-F238E27FC236}">
                <a16:creationId xmlns:a16="http://schemas.microsoft.com/office/drawing/2014/main" id="{302F86A7-6460-D07A-698A-60A42133A5EA}"/>
              </a:ext>
            </a:extLst>
          </p:cNvPr>
          <p:cNvSpPr>
            <a:spLocks noGrp="1"/>
          </p:cNvSpPr>
          <p:nvPr>
            <p:ph type="pic" sz="quarter" idx="13"/>
          </p:nvPr>
        </p:nvSpPr>
        <p:spPr>
          <a:xfrm>
            <a:off x="5756275" y="3479800"/>
            <a:ext cx="2165350" cy="3252788"/>
          </a:xfrm>
          <a:prstGeom prst="rect">
            <a:avLst/>
          </a:prstGeom>
        </p:spPr>
        <p:txBody>
          <a:bodyPr/>
          <a:lstStyle/>
          <a:p>
            <a:endParaRPr lang="en-LB"/>
          </a:p>
        </p:txBody>
      </p:sp>
      <p:sp>
        <p:nvSpPr>
          <p:cNvPr id="20" name="image_3">
            <a:extLst>
              <a:ext uri="{FF2B5EF4-FFF2-40B4-BE49-F238E27FC236}">
                <a16:creationId xmlns:a16="http://schemas.microsoft.com/office/drawing/2014/main" id="{F14336B3-60E6-3AE8-8EBC-AC75C2E03BF6}"/>
              </a:ext>
            </a:extLst>
          </p:cNvPr>
          <p:cNvSpPr>
            <a:spLocks noGrp="1"/>
          </p:cNvSpPr>
          <p:nvPr>
            <p:ph type="pic" sz="quarter" idx="14"/>
          </p:nvPr>
        </p:nvSpPr>
        <p:spPr>
          <a:xfrm>
            <a:off x="6901459" y="317500"/>
            <a:ext cx="5290541" cy="2743200"/>
          </a:xfrm>
          <a:prstGeom prst="rect">
            <a:avLst/>
          </a:prstGeom>
        </p:spPr>
        <p:txBody>
          <a:bodyPr/>
          <a:lstStyle/>
          <a:p>
            <a:endParaRPr lang="en-LB"/>
          </a:p>
        </p:txBody>
      </p:sp>
      <p:sp>
        <p:nvSpPr>
          <p:cNvPr id="15" name="image_2">
            <a:extLst>
              <a:ext uri="{FF2B5EF4-FFF2-40B4-BE49-F238E27FC236}">
                <a16:creationId xmlns:a16="http://schemas.microsoft.com/office/drawing/2014/main" id="{19A561C1-2F07-BA21-9537-A030E549543D}"/>
              </a:ext>
            </a:extLst>
          </p:cNvPr>
          <p:cNvSpPr>
            <a:spLocks noGrp="1"/>
          </p:cNvSpPr>
          <p:nvPr>
            <p:ph type="pic" sz="quarter" idx="12"/>
          </p:nvPr>
        </p:nvSpPr>
        <p:spPr>
          <a:xfrm>
            <a:off x="4779818" y="1026102"/>
            <a:ext cx="1939638" cy="2743200"/>
          </a:xfrm>
          <a:prstGeom prst="rect">
            <a:avLst/>
          </a:prstGeom>
        </p:spPr>
        <p:txBody>
          <a:bodyPr/>
          <a:lstStyle/>
          <a:p>
            <a:endParaRPr lang="en-LB"/>
          </a:p>
        </p:txBody>
      </p:sp>
      <p:sp>
        <p:nvSpPr>
          <p:cNvPr id="13" name="image_1">
            <a:extLst>
              <a:ext uri="{FF2B5EF4-FFF2-40B4-BE49-F238E27FC236}">
                <a16:creationId xmlns:a16="http://schemas.microsoft.com/office/drawing/2014/main" id="{794A5ED3-D786-00FD-47EB-EBB2C09BC475}"/>
              </a:ext>
            </a:extLst>
          </p:cNvPr>
          <p:cNvSpPr>
            <a:spLocks noGrp="1"/>
          </p:cNvSpPr>
          <p:nvPr>
            <p:ph type="pic" sz="quarter" idx="11"/>
          </p:nvPr>
        </p:nvSpPr>
        <p:spPr>
          <a:xfrm>
            <a:off x="941388" y="317500"/>
            <a:ext cx="3659187" cy="6119629"/>
          </a:xfrm>
          <a:prstGeom prst="rect">
            <a:avLst/>
          </a:prstGeom>
        </p:spPr>
        <p:txBody>
          <a:bodyPr/>
          <a:lstStyle/>
          <a:p>
            <a:endParaRPr lang="en-LB"/>
          </a:p>
        </p:txBody>
      </p:sp>
      <p:sp>
        <p:nvSpPr>
          <p:cNvPr id="2" name="title">
            <a:extLst>
              <a:ext uri="{FF2B5EF4-FFF2-40B4-BE49-F238E27FC236}">
                <a16:creationId xmlns:a16="http://schemas.microsoft.com/office/drawing/2014/main" id="{C914CBB4-A022-36D0-4046-F834DDE97CFC}"/>
              </a:ext>
            </a:extLst>
          </p:cNvPr>
          <p:cNvSpPr>
            <a:spLocks noGrp="1"/>
          </p:cNvSpPr>
          <p:nvPr>
            <p:ph type="body" orient="vert" sz="quarter" idx="10" hasCustomPrompt="1"/>
          </p:nvPr>
        </p:nvSpPr>
        <p:spPr>
          <a:xfrm rot="10800000">
            <a:off x="147081" y="344946"/>
            <a:ext cx="377638" cy="5891136"/>
          </a:xfrm>
          <a:prstGeom prst="rect">
            <a:avLst/>
          </a:prstGeom>
        </p:spPr>
        <p:txBody>
          <a:bodyPr vert="eaVert" lIns="0" tIns="0" rIns="0" bIns="0"/>
          <a:lstStyle>
            <a:lvl1pPr marL="0" indent="0" algn="ctr">
              <a:spcBef>
                <a:spcPts val="0"/>
              </a:spcBef>
              <a:buNone/>
              <a:defRPr sz="2400" b="1" i="0">
                <a:solidFill>
                  <a:schemeClr val="bg1"/>
                </a:solidFill>
                <a:latin typeface="Futura PT Bold" panose="020B0502020204020303" pitchFamily="34" charset="77"/>
              </a:defRPr>
            </a:lvl1pPr>
            <a:lvl2pPr indent="0">
              <a:buNone/>
              <a:defRPr sz="2400">
                <a:solidFill>
                  <a:schemeClr val="bg1"/>
                </a:solidFill>
                <a:latin typeface="Futura PT Book Italic" panose="020B0502020204090303" pitchFamily="34" charset="77"/>
              </a:defRPr>
            </a:lvl2pPr>
            <a:lvl3pPr indent="0">
              <a:buNone/>
              <a:defRPr sz="2400">
                <a:solidFill>
                  <a:schemeClr val="bg1"/>
                </a:solidFill>
                <a:latin typeface="Futura PT Book Italic" panose="020B0502020204090303" pitchFamily="34" charset="77"/>
              </a:defRPr>
            </a:lvl3pPr>
            <a:lvl4pPr indent="0">
              <a:buNone/>
              <a:defRPr sz="2400">
                <a:solidFill>
                  <a:schemeClr val="bg1"/>
                </a:solidFill>
                <a:latin typeface="Futura PT Book Italic" panose="020B0502020204090303" pitchFamily="34" charset="77"/>
              </a:defRPr>
            </a:lvl4pPr>
            <a:lvl5pPr indent="0">
              <a:buNone/>
              <a:defRPr sz="2400">
                <a:solidFill>
                  <a:schemeClr val="bg1"/>
                </a:solidFill>
                <a:latin typeface="Futura PT Book Italic" panose="020B0502020204090303" pitchFamily="34" charset="77"/>
              </a:defRPr>
            </a:lvl5pPr>
          </a:lstStyle>
          <a:p>
            <a:pPr lvl="0"/>
            <a:r>
              <a:rPr lang="en-US" dirty="0"/>
              <a:t>TITLE</a:t>
            </a:r>
            <a:endParaRPr lang="en-LB" dirty="0"/>
          </a:p>
        </p:txBody>
      </p:sp>
    </p:spTree>
    <p:extLst>
      <p:ext uri="{BB962C8B-B14F-4D97-AF65-F5344CB8AC3E}">
        <p14:creationId xmlns:p14="http://schemas.microsoft.com/office/powerpoint/2010/main" val="34412966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_only_mosaic_compact">
    <p:bg>
      <p:bgPr>
        <a:solidFill>
          <a:schemeClr val="bg1"/>
        </a:solidFill>
        <a:effectLst/>
      </p:bgPr>
    </p:bg>
    <p:spTree>
      <p:nvGrpSpPr>
        <p:cNvPr id="1" name=""/>
        <p:cNvGrpSpPr/>
        <p:nvPr/>
      </p:nvGrpSpPr>
      <p:grpSpPr>
        <a:xfrm>
          <a:off x="0" y="0"/>
          <a:ext cx="0" cy="0"/>
          <a:chOff x="0" y="0"/>
          <a:chExt cx="0" cy="0"/>
        </a:xfrm>
      </p:grpSpPr>
      <p:sp>
        <p:nvSpPr>
          <p:cNvPr id="26" name="image_8">
            <a:extLst>
              <a:ext uri="{FF2B5EF4-FFF2-40B4-BE49-F238E27FC236}">
                <a16:creationId xmlns:a16="http://schemas.microsoft.com/office/drawing/2014/main" id="{4B73FF73-00B2-5BDF-82E1-DE5C92CED005}"/>
              </a:ext>
            </a:extLst>
          </p:cNvPr>
          <p:cNvSpPr>
            <a:spLocks noGrp="1"/>
          </p:cNvSpPr>
          <p:nvPr>
            <p:ph type="pic" sz="quarter" idx="17"/>
          </p:nvPr>
        </p:nvSpPr>
        <p:spPr>
          <a:xfrm>
            <a:off x="10088563" y="3863975"/>
            <a:ext cx="1828800" cy="2599226"/>
          </a:xfrm>
          <a:prstGeom prst="rect">
            <a:avLst/>
          </a:prstGeom>
        </p:spPr>
        <p:txBody>
          <a:bodyPr/>
          <a:lstStyle/>
          <a:p>
            <a:endParaRPr lang="en-LB"/>
          </a:p>
        </p:txBody>
      </p:sp>
      <p:sp>
        <p:nvSpPr>
          <p:cNvPr id="22" name="image_7">
            <a:extLst>
              <a:ext uri="{FF2B5EF4-FFF2-40B4-BE49-F238E27FC236}">
                <a16:creationId xmlns:a16="http://schemas.microsoft.com/office/drawing/2014/main" id="{965A51E4-3282-7D9E-1A49-AA019B777636}"/>
              </a:ext>
            </a:extLst>
          </p:cNvPr>
          <p:cNvSpPr>
            <a:spLocks noGrp="1"/>
          </p:cNvSpPr>
          <p:nvPr>
            <p:ph type="pic" sz="quarter" idx="15"/>
          </p:nvPr>
        </p:nvSpPr>
        <p:spPr>
          <a:xfrm>
            <a:off x="6802438" y="3421063"/>
            <a:ext cx="2733675" cy="3436937"/>
          </a:xfrm>
          <a:prstGeom prst="rect">
            <a:avLst/>
          </a:prstGeom>
        </p:spPr>
        <p:txBody>
          <a:bodyPr/>
          <a:lstStyle/>
          <a:p>
            <a:endParaRPr lang="en-LB"/>
          </a:p>
        </p:txBody>
      </p:sp>
      <p:sp>
        <p:nvSpPr>
          <p:cNvPr id="18" name="image_6">
            <a:extLst>
              <a:ext uri="{FF2B5EF4-FFF2-40B4-BE49-F238E27FC236}">
                <a16:creationId xmlns:a16="http://schemas.microsoft.com/office/drawing/2014/main" id="{88B98C76-FA84-8098-E89A-E60856B48DC7}"/>
              </a:ext>
            </a:extLst>
          </p:cNvPr>
          <p:cNvSpPr>
            <a:spLocks noGrp="1"/>
          </p:cNvSpPr>
          <p:nvPr>
            <p:ph type="pic" sz="quarter" idx="13"/>
          </p:nvPr>
        </p:nvSpPr>
        <p:spPr>
          <a:xfrm>
            <a:off x="4002088" y="4114800"/>
            <a:ext cx="2522537" cy="2743200"/>
          </a:xfrm>
          <a:prstGeom prst="rect">
            <a:avLst/>
          </a:prstGeom>
        </p:spPr>
        <p:txBody>
          <a:bodyPr/>
          <a:lstStyle/>
          <a:p>
            <a:endParaRPr lang="en-LB"/>
          </a:p>
        </p:txBody>
      </p:sp>
      <p:sp>
        <p:nvSpPr>
          <p:cNvPr id="14" name="image_5">
            <a:extLst>
              <a:ext uri="{FF2B5EF4-FFF2-40B4-BE49-F238E27FC236}">
                <a16:creationId xmlns:a16="http://schemas.microsoft.com/office/drawing/2014/main" id="{2BC0E600-7081-3DC8-7BCF-56C693C550F5}"/>
              </a:ext>
            </a:extLst>
          </p:cNvPr>
          <p:cNvSpPr>
            <a:spLocks noGrp="1"/>
          </p:cNvSpPr>
          <p:nvPr>
            <p:ph type="pic" sz="quarter" idx="11"/>
          </p:nvPr>
        </p:nvSpPr>
        <p:spPr>
          <a:xfrm>
            <a:off x="363538" y="3573463"/>
            <a:ext cx="3362325" cy="3284537"/>
          </a:xfrm>
          <a:prstGeom prst="rect">
            <a:avLst/>
          </a:prstGeom>
        </p:spPr>
        <p:txBody>
          <a:bodyPr/>
          <a:lstStyle/>
          <a:p>
            <a:endParaRPr lang="en-LB"/>
          </a:p>
        </p:txBody>
      </p:sp>
      <p:sp>
        <p:nvSpPr>
          <p:cNvPr id="24" name="image_4">
            <a:extLst>
              <a:ext uri="{FF2B5EF4-FFF2-40B4-BE49-F238E27FC236}">
                <a16:creationId xmlns:a16="http://schemas.microsoft.com/office/drawing/2014/main" id="{56884616-1DF3-1BEC-15CD-D434EBBEDB76}"/>
              </a:ext>
            </a:extLst>
          </p:cNvPr>
          <p:cNvSpPr>
            <a:spLocks noGrp="1"/>
          </p:cNvSpPr>
          <p:nvPr>
            <p:ph type="pic" sz="quarter" idx="16"/>
          </p:nvPr>
        </p:nvSpPr>
        <p:spPr>
          <a:xfrm>
            <a:off x="9813925" y="0"/>
            <a:ext cx="2378075" cy="3660775"/>
          </a:xfrm>
          <a:prstGeom prst="rect">
            <a:avLst/>
          </a:prstGeom>
        </p:spPr>
        <p:txBody>
          <a:bodyPr/>
          <a:lstStyle/>
          <a:p>
            <a:endParaRPr lang="en-LB"/>
          </a:p>
        </p:txBody>
      </p:sp>
      <p:sp>
        <p:nvSpPr>
          <p:cNvPr id="20" name="image_3">
            <a:extLst>
              <a:ext uri="{FF2B5EF4-FFF2-40B4-BE49-F238E27FC236}">
                <a16:creationId xmlns:a16="http://schemas.microsoft.com/office/drawing/2014/main" id="{EE4D98C0-4D9A-1307-A106-8B91438C504D}"/>
              </a:ext>
            </a:extLst>
          </p:cNvPr>
          <p:cNvSpPr>
            <a:spLocks noGrp="1"/>
          </p:cNvSpPr>
          <p:nvPr>
            <p:ph type="pic" sz="quarter" idx="14"/>
          </p:nvPr>
        </p:nvSpPr>
        <p:spPr>
          <a:xfrm>
            <a:off x="6802438" y="287338"/>
            <a:ext cx="2733675" cy="2884487"/>
          </a:xfrm>
          <a:prstGeom prst="rect">
            <a:avLst/>
          </a:prstGeom>
        </p:spPr>
        <p:txBody>
          <a:bodyPr/>
          <a:lstStyle/>
          <a:p>
            <a:endParaRPr lang="en-LB"/>
          </a:p>
        </p:txBody>
      </p:sp>
      <p:sp>
        <p:nvSpPr>
          <p:cNvPr id="16" name="image_2">
            <a:extLst>
              <a:ext uri="{FF2B5EF4-FFF2-40B4-BE49-F238E27FC236}">
                <a16:creationId xmlns:a16="http://schemas.microsoft.com/office/drawing/2014/main" id="{8B922ED5-9FE3-EC24-0DB7-795D09258653}"/>
              </a:ext>
            </a:extLst>
          </p:cNvPr>
          <p:cNvSpPr>
            <a:spLocks noGrp="1"/>
          </p:cNvSpPr>
          <p:nvPr>
            <p:ph type="pic" sz="quarter" idx="12"/>
          </p:nvPr>
        </p:nvSpPr>
        <p:spPr>
          <a:xfrm>
            <a:off x="4002088" y="0"/>
            <a:ext cx="2522537" cy="3932238"/>
          </a:xfrm>
          <a:prstGeom prst="rect">
            <a:avLst/>
          </a:prstGeom>
        </p:spPr>
        <p:txBody>
          <a:bodyPr/>
          <a:lstStyle/>
          <a:p>
            <a:endParaRPr lang="en-LB"/>
          </a:p>
        </p:txBody>
      </p:sp>
      <p:sp>
        <p:nvSpPr>
          <p:cNvPr id="12" name="image_1">
            <a:extLst>
              <a:ext uri="{FF2B5EF4-FFF2-40B4-BE49-F238E27FC236}">
                <a16:creationId xmlns:a16="http://schemas.microsoft.com/office/drawing/2014/main" id="{823607F1-7507-FD22-CAC7-9A41ABD782C6}"/>
              </a:ext>
            </a:extLst>
          </p:cNvPr>
          <p:cNvSpPr>
            <a:spLocks noGrp="1"/>
          </p:cNvSpPr>
          <p:nvPr>
            <p:ph type="pic" sz="quarter" idx="10"/>
          </p:nvPr>
        </p:nvSpPr>
        <p:spPr>
          <a:xfrm>
            <a:off x="363538" y="317500"/>
            <a:ext cx="3362325" cy="3103563"/>
          </a:xfrm>
          <a:prstGeom prst="rect">
            <a:avLst/>
          </a:prstGeom>
        </p:spPr>
        <p:txBody>
          <a:bodyPr/>
          <a:lstStyle/>
          <a:p>
            <a:endParaRPr lang="en-LB"/>
          </a:p>
        </p:txBody>
      </p:sp>
    </p:spTree>
    <p:extLst>
      <p:ext uri="{BB962C8B-B14F-4D97-AF65-F5344CB8AC3E}">
        <p14:creationId xmlns:p14="http://schemas.microsoft.com/office/powerpoint/2010/main" val="9197051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_only_mosaic_staggered">
    <p:bg>
      <p:bgPr>
        <a:solidFill>
          <a:schemeClr val="bg1"/>
        </a:solidFill>
        <a:effectLst/>
      </p:bgPr>
    </p:bg>
    <p:spTree>
      <p:nvGrpSpPr>
        <p:cNvPr id="1" name=""/>
        <p:cNvGrpSpPr/>
        <p:nvPr/>
      </p:nvGrpSpPr>
      <p:grpSpPr>
        <a:xfrm>
          <a:off x="0" y="0"/>
          <a:ext cx="0" cy="0"/>
          <a:chOff x="0" y="0"/>
          <a:chExt cx="0" cy="0"/>
        </a:xfrm>
      </p:grpSpPr>
      <p:sp>
        <p:nvSpPr>
          <p:cNvPr id="25" name="image_8">
            <a:extLst>
              <a:ext uri="{FF2B5EF4-FFF2-40B4-BE49-F238E27FC236}">
                <a16:creationId xmlns:a16="http://schemas.microsoft.com/office/drawing/2014/main" id="{C4F3B40A-E39D-1066-36ED-739B99DF2464}"/>
              </a:ext>
            </a:extLst>
          </p:cNvPr>
          <p:cNvSpPr>
            <a:spLocks noGrp="1"/>
          </p:cNvSpPr>
          <p:nvPr>
            <p:ph type="pic" sz="quarter" idx="17"/>
          </p:nvPr>
        </p:nvSpPr>
        <p:spPr>
          <a:xfrm>
            <a:off x="9953625" y="3429000"/>
            <a:ext cx="2238375" cy="3429000"/>
          </a:xfrm>
          <a:prstGeom prst="rect">
            <a:avLst/>
          </a:prstGeom>
        </p:spPr>
        <p:txBody>
          <a:bodyPr/>
          <a:lstStyle/>
          <a:p>
            <a:endParaRPr lang="en-LB"/>
          </a:p>
        </p:txBody>
      </p:sp>
      <p:sp>
        <p:nvSpPr>
          <p:cNvPr id="21" name="image_7">
            <a:extLst>
              <a:ext uri="{FF2B5EF4-FFF2-40B4-BE49-F238E27FC236}">
                <a16:creationId xmlns:a16="http://schemas.microsoft.com/office/drawing/2014/main" id="{AF8AECFD-64A5-DFA6-6ECA-4D9163E75F5C}"/>
              </a:ext>
            </a:extLst>
          </p:cNvPr>
          <p:cNvSpPr>
            <a:spLocks noGrp="1"/>
          </p:cNvSpPr>
          <p:nvPr>
            <p:ph type="pic" sz="quarter" idx="15"/>
          </p:nvPr>
        </p:nvSpPr>
        <p:spPr>
          <a:xfrm>
            <a:off x="7004050" y="3863975"/>
            <a:ext cx="2776538" cy="2743200"/>
          </a:xfrm>
          <a:prstGeom prst="rect">
            <a:avLst/>
          </a:prstGeom>
        </p:spPr>
        <p:txBody>
          <a:bodyPr/>
          <a:lstStyle/>
          <a:p>
            <a:endParaRPr lang="en-LB"/>
          </a:p>
        </p:txBody>
      </p:sp>
      <p:sp>
        <p:nvSpPr>
          <p:cNvPr id="17" name="image_6">
            <a:extLst>
              <a:ext uri="{FF2B5EF4-FFF2-40B4-BE49-F238E27FC236}">
                <a16:creationId xmlns:a16="http://schemas.microsoft.com/office/drawing/2014/main" id="{10696149-E39C-1735-9010-3E974D33BD38}"/>
              </a:ext>
            </a:extLst>
          </p:cNvPr>
          <p:cNvSpPr>
            <a:spLocks noGrp="1"/>
          </p:cNvSpPr>
          <p:nvPr>
            <p:ph type="pic" sz="quarter" idx="13"/>
          </p:nvPr>
        </p:nvSpPr>
        <p:spPr>
          <a:xfrm>
            <a:off x="3805238" y="3863975"/>
            <a:ext cx="2876550" cy="2994025"/>
          </a:xfrm>
          <a:prstGeom prst="rect">
            <a:avLst/>
          </a:prstGeom>
        </p:spPr>
        <p:txBody>
          <a:bodyPr/>
          <a:lstStyle/>
          <a:p>
            <a:endParaRPr lang="en-LB"/>
          </a:p>
        </p:txBody>
      </p:sp>
      <p:sp>
        <p:nvSpPr>
          <p:cNvPr id="13" name="image_5">
            <a:extLst>
              <a:ext uri="{FF2B5EF4-FFF2-40B4-BE49-F238E27FC236}">
                <a16:creationId xmlns:a16="http://schemas.microsoft.com/office/drawing/2014/main" id="{EFD2EFFC-2FA8-2585-2F87-6ABF4E69781C}"/>
              </a:ext>
            </a:extLst>
          </p:cNvPr>
          <p:cNvSpPr>
            <a:spLocks noGrp="1"/>
          </p:cNvSpPr>
          <p:nvPr>
            <p:ph type="pic" sz="quarter" idx="11"/>
          </p:nvPr>
        </p:nvSpPr>
        <p:spPr>
          <a:xfrm>
            <a:off x="0" y="4116388"/>
            <a:ext cx="3297238" cy="2741612"/>
          </a:xfrm>
          <a:prstGeom prst="rect">
            <a:avLst/>
          </a:prstGeom>
        </p:spPr>
        <p:txBody>
          <a:bodyPr/>
          <a:lstStyle/>
          <a:p>
            <a:endParaRPr lang="en-LB"/>
          </a:p>
        </p:txBody>
      </p:sp>
      <p:sp>
        <p:nvSpPr>
          <p:cNvPr id="23" name="image_4">
            <a:extLst>
              <a:ext uri="{FF2B5EF4-FFF2-40B4-BE49-F238E27FC236}">
                <a16:creationId xmlns:a16="http://schemas.microsoft.com/office/drawing/2014/main" id="{7E40BC9A-9F98-E84A-6C5A-8961AC58BE88}"/>
              </a:ext>
            </a:extLst>
          </p:cNvPr>
          <p:cNvSpPr>
            <a:spLocks noGrp="1"/>
          </p:cNvSpPr>
          <p:nvPr>
            <p:ph type="pic" sz="quarter" idx="16"/>
          </p:nvPr>
        </p:nvSpPr>
        <p:spPr>
          <a:xfrm>
            <a:off x="10104438" y="287338"/>
            <a:ext cx="1935162" cy="2884487"/>
          </a:xfrm>
          <a:prstGeom prst="rect">
            <a:avLst/>
          </a:prstGeom>
        </p:spPr>
        <p:txBody>
          <a:bodyPr/>
          <a:lstStyle/>
          <a:p>
            <a:endParaRPr lang="en-LB"/>
          </a:p>
        </p:txBody>
      </p:sp>
      <p:sp>
        <p:nvSpPr>
          <p:cNvPr id="19" name="image_3">
            <a:extLst>
              <a:ext uri="{FF2B5EF4-FFF2-40B4-BE49-F238E27FC236}">
                <a16:creationId xmlns:a16="http://schemas.microsoft.com/office/drawing/2014/main" id="{32FEE187-7857-3EC2-174C-95ABEAAB37CB}"/>
              </a:ext>
            </a:extLst>
          </p:cNvPr>
          <p:cNvSpPr>
            <a:spLocks noGrp="1"/>
          </p:cNvSpPr>
          <p:nvPr>
            <p:ph type="pic" sz="quarter" idx="14"/>
          </p:nvPr>
        </p:nvSpPr>
        <p:spPr>
          <a:xfrm>
            <a:off x="7165975" y="0"/>
            <a:ext cx="2435225" cy="3663951"/>
          </a:xfrm>
          <a:prstGeom prst="rect">
            <a:avLst/>
          </a:prstGeom>
        </p:spPr>
        <p:txBody>
          <a:bodyPr/>
          <a:lstStyle/>
          <a:p>
            <a:endParaRPr lang="en-LB"/>
          </a:p>
        </p:txBody>
      </p:sp>
      <p:sp>
        <p:nvSpPr>
          <p:cNvPr id="15" name="image_2">
            <a:extLst>
              <a:ext uri="{FF2B5EF4-FFF2-40B4-BE49-F238E27FC236}">
                <a16:creationId xmlns:a16="http://schemas.microsoft.com/office/drawing/2014/main" id="{AD4A937C-2905-BBDC-94DC-481E3647A19E}"/>
              </a:ext>
            </a:extLst>
          </p:cNvPr>
          <p:cNvSpPr>
            <a:spLocks noGrp="1"/>
          </p:cNvSpPr>
          <p:nvPr>
            <p:ph type="pic" sz="quarter" idx="12"/>
          </p:nvPr>
        </p:nvSpPr>
        <p:spPr>
          <a:xfrm>
            <a:off x="3805238" y="0"/>
            <a:ext cx="2876550" cy="3663951"/>
          </a:xfrm>
          <a:prstGeom prst="rect">
            <a:avLst/>
          </a:prstGeom>
        </p:spPr>
        <p:txBody>
          <a:bodyPr/>
          <a:lstStyle/>
          <a:p>
            <a:endParaRPr lang="en-LB"/>
          </a:p>
        </p:txBody>
      </p:sp>
      <p:sp>
        <p:nvSpPr>
          <p:cNvPr id="11" name="image_1">
            <a:extLst>
              <a:ext uri="{FF2B5EF4-FFF2-40B4-BE49-F238E27FC236}">
                <a16:creationId xmlns:a16="http://schemas.microsoft.com/office/drawing/2014/main" id="{6A92C401-A13E-F574-2921-A5422A262E38}"/>
              </a:ext>
            </a:extLst>
          </p:cNvPr>
          <p:cNvSpPr>
            <a:spLocks noGrp="1"/>
          </p:cNvSpPr>
          <p:nvPr>
            <p:ph type="pic" sz="quarter" idx="10"/>
          </p:nvPr>
        </p:nvSpPr>
        <p:spPr>
          <a:xfrm>
            <a:off x="0" y="441325"/>
            <a:ext cx="3297238" cy="3489325"/>
          </a:xfrm>
          <a:prstGeom prst="rect">
            <a:avLst/>
          </a:prstGeom>
        </p:spPr>
        <p:txBody>
          <a:bodyPr/>
          <a:lstStyle/>
          <a:p>
            <a:endParaRPr lang="en-LB"/>
          </a:p>
        </p:txBody>
      </p:sp>
    </p:spTree>
    <p:extLst>
      <p:ext uri="{BB962C8B-B14F-4D97-AF65-F5344CB8AC3E}">
        <p14:creationId xmlns:p14="http://schemas.microsoft.com/office/powerpoint/2010/main" val="20848360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s_title">
    <p:bg>
      <p:bgPr>
        <a:solidFill>
          <a:schemeClr val="bg1"/>
        </a:solidFill>
        <a:effectLst/>
      </p:bgPr>
    </p:bg>
    <p:spTree>
      <p:nvGrpSpPr>
        <p:cNvPr id="1" name=""/>
        <p:cNvGrpSpPr/>
        <p:nvPr/>
      </p:nvGrpSpPr>
      <p:grpSpPr>
        <a:xfrm>
          <a:off x="0" y="0"/>
          <a:ext cx="0" cy="0"/>
          <a:chOff x="0" y="0"/>
          <a:chExt cx="0" cy="0"/>
        </a:xfrm>
      </p:grpSpPr>
      <p:sp>
        <p:nvSpPr>
          <p:cNvPr id="31" name="image_8">
            <a:extLst>
              <a:ext uri="{FF2B5EF4-FFF2-40B4-BE49-F238E27FC236}">
                <a16:creationId xmlns:a16="http://schemas.microsoft.com/office/drawing/2014/main" id="{C02E5AB0-1178-5A57-0413-641972A9064D}"/>
              </a:ext>
            </a:extLst>
          </p:cNvPr>
          <p:cNvSpPr>
            <a:spLocks noGrp="1"/>
          </p:cNvSpPr>
          <p:nvPr>
            <p:ph type="pic" sz="quarter" idx="17"/>
          </p:nvPr>
        </p:nvSpPr>
        <p:spPr>
          <a:xfrm>
            <a:off x="9234488" y="3743325"/>
            <a:ext cx="2957512" cy="3114675"/>
          </a:xfrm>
          <a:prstGeom prst="rect">
            <a:avLst/>
          </a:prstGeom>
        </p:spPr>
        <p:txBody>
          <a:bodyPr/>
          <a:lstStyle/>
          <a:p>
            <a:endParaRPr lang="en-LB"/>
          </a:p>
        </p:txBody>
      </p:sp>
      <p:sp>
        <p:nvSpPr>
          <p:cNvPr id="27" name="image_7">
            <a:extLst>
              <a:ext uri="{FF2B5EF4-FFF2-40B4-BE49-F238E27FC236}">
                <a16:creationId xmlns:a16="http://schemas.microsoft.com/office/drawing/2014/main" id="{CF836EFC-B19A-FB0E-7F14-A1546AA79109}"/>
              </a:ext>
            </a:extLst>
          </p:cNvPr>
          <p:cNvSpPr>
            <a:spLocks noGrp="1"/>
          </p:cNvSpPr>
          <p:nvPr>
            <p:ph type="pic" sz="quarter" idx="15"/>
          </p:nvPr>
        </p:nvSpPr>
        <p:spPr>
          <a:xfrm>
            <a:off x="5827713" y="3538538"/>
            <a:ext cx="3268662" cy="3319462"/>
          </a:xfrm>
          <a:prstGeom prst="rect">
            <a:avLst/>
          </a:prstGeom>
        </p:spPr>
        <p:txBody>
          <a:bodyPr/>
          <a:lstStyle/>
          <a:p>
            <a:endParaRPr lang="en-LB"/>
          </a:p>
        </p:txBody>
      </p:sp>
      <p:sp>
        <p:nvSpPr>
          <p:cNvPr id="23" name="image_6">
            <a:extLst>
              <a:ext uri="{FF2B5EF4-FFF2-40B4-BE49-F238E27FC236}">
                <a16:creationId xmlns:a16="http://schemas.microsoft.com/office/drawing/2014/main" id="{6AB04FFC-FA26-F26B-2DB4-4835E4543D03}"/>
              </a:ext>
            </a:extLst>
          </p:cNvPr>
          <p:cNvSpPr>
            <a:spLocks noGrp="1"/>
          </p:cNvSpPr>
          <p:nvPr>
            <p:ph type="pic" sz="quarter" idx="13"/>
          </p:nvPr>
        </p:nvSpPr>
        <p:spPr>
          <a:xfrm>
            <a:off x="3221038" y="4265613"/>
            <a:ext cx="2470150" cy="2592387"/>
          </a:xfrm>
          <a:prstGeom prst="rect">
            <a:avLst/>
          </a:prstGeom>
        </p:spPr>
        <p:txBody>
          <a:bodyPr/>
          <a:lstStyle/>
          <a:p>
            <a:endParaRPr lang="en-LB"/>
          </a:p>
        </p:txBody>
      </p:sp>
      <p:sp>
        <p:nvSpPr>
          <p:cNvPr id="19" name="image_5">
            <a:extLst>
              <a:ext uri="{FF2B5EF4-FFF2-40B4-BE49-F238E27FC236}">
                <a16:creationId xmlns:a16="http://schemas.microsoft.com/office/drawing/2014/main" id="{738D34AB-7580-0118-F02C-8F6EF42349E2}"/>
              </a:ext>
            </a:extLst>
          </p:cNvPr>
          <p:cNvSpPr>
            <a:spLocks noGrp="1"/>
          </p:cNvSpPr>
          <p:nvPr>
            <p:ph type="pic" sz="quarter" idx="11"/>
          </p:nvPr>
        </p:nvSpPr>
        <p:spPr>
          <a:xfrm>
            <a:off x="0" y="4403725"/>
            <a:ext cx="3082925" cy="2454275"/>
          </a:xfrm>
          <a:prstGeom prst="rect">
            <a:avLst/>
          </a:prstGeom>
        </p:spPr>
        <p:txBody>
          <a:bodyPr/>
          <a:lstStyle/>
          <a:p>
            <a:endParaRPr lang="en-LB"/>
          </a:p>
        </p:txBody>
      </p:sp>
      <p:sp>
        <p:nvSpPr>
          <p:cNvPr id="29" name="image_4">
            <a:extLst>
              <a:ext uri="{FF2B5EF4-FFF2-40B4-BE49-F238E27FC236}">
                <a16:creationId xmlns:a16="http://schemas.microsoft.com/office/drawing/2014/main" id="{044E2F82-99E9-0BA1-7307-42DEBF291B9F}"/>
              </a:ext>
            </a:extLst>
          </p:cNvPr>
          <p:cNvSpPr>
            <a:spLocks noGrp="1"/>
          </p:cNvSpPr>
          <p:nvPr>
            <p:ph type="pic" sz="quarter" idx="16"/>
          </p:nvPr>
        </p:nvSpPr>
        <p:spPr>
          <a:xfrm>
            <a:off x="9234488" y="0"/>
            <a:ext cx="2957512" cy="3632200"/>
          </a:xfrm>
          <a:prstGeom prst="rect">
            <a:avLst/>
          </a:prstGeom>
        </p:spPr>
        <p:txBody>
          <a:bodyPr/>
          <a:lstStyle/>
          <a:p>
            <a:endParaRPr lang="en-LB"/>
          </a:p>
        </p:txBody>
      </p:sp>
      <p:sp>
        <p:nvSpPr>
          <p:cNvPr id="25" name="image_3">
            <a:extLst>
              <a:ext uri="{FF2B5EF4-FFF2-40B4-BE49-F238E27FC236}">
                <a16:creationId xmlns:a16="http://schemas.microsoft.com/office/drawing/2014/main" id="{5175E75F-5D04-6DFA-8D78-B7240F424F28}"/>
              </a:ext>
            </a:extLst>
          </p:cNvPr>
          <p:cNvSpPr>
            <a:spLocks noGrp="1"/>
          </p:cNvSpPr>
          <p:nvPr>
            <p:ph type="pic" sz="quarter" idx="14"/>
          </p:nvPr>
        </p:nvSpPr>
        <p:spPr>
          <a:xfrm>
            <a:off x="5827713" y="0"/>
            <a:ext cx="3268662" cy="3430588"/>
          </a:xfrm>
          <a:prstGeom prst="rect">
            <a:avLst/>
          </a:prstGeom>
        </p:spPr>
        <p:txBody>
          <a:bodyPr/>
          <a:lstStyle/>
          <a:p>
            <a:endParaRPr lang="en-LB"/>
          </a:p>
        </p:txBody>
      </p:sp>
      <p:sp>
        <p:nvSpPr>
          <p:cNvPr id="21" name="image_2">
            <a:extLst>
              <a:ext uri="{FF2B5EF4-FFF2-40B4-BE49-F238E27FC236}">
                <a16:creationId xmlns:a16="http://schemas.microsoft.com/office/drawing/2014/main" id="{1BB59C61-7731-1BD6-3169-5E9C6C0B12DF}"/>
              </a:ext>
            </a:extLst>
          </p:cNvPr>
          <p:cNvSpPr>
            <a:spLocks noGrp="1"/>
          </p:cNvSpPr>
          <p:nvPr>
            <p:ph type="pic" sz="quarter" idx="12"/>
          </p:nvPr>
        </p:nvSpPr>
        <p:spPr>
          <a:xfrm>
            <a:off x="3195638" y="0"/>
            <a:ext cx="2513012" cy="4146551"/>
          </a:xfrm>
          <a:prstGeom prst="rect">
            <a:avLst/>
          </a:prstGeom>
        </p:spPr>
        <p:txBody>
          <a:bodyPr/>
          <a:lstStyle/>
          <a:p>
            <a:endParaRPr lang="en-LB"/>
          </a:p>
        </p:txBody>
      </p:sp>
      <p:sp>
        <p:nvSpPr>
          <p:cNvPr id="17" name="image_1">
            <a:extLst>
              <a:ext uri="{FF2B5EF4-FFF2-40B4-BE49-F238E27FC236}">
                <a16:creationId xmlns:a16="http://schemas.microsoft.com/office/drawing/2014/main" id="{4E07445B-3500-C777-CFFB-E3505EA49B14}"/>
              </a:ext>
            </a:extLst>
          </p:cNvPr>
          <p:cNvSpPr>
            <a:spLocks noGrp="1"/>
          </p:cNvSpPr>
          <p:nvPr>
            <p:ph type="pic" sz="quarter" idx="10"/>
          </p:nvPr>
        </p:nvSpPr>
        <p:spPr>
          <a:xfrm>
            <a:off x="0" y="1471613"/>
            <a:ext cx="3082925" cy="2800350"/>
          </a:xfrm>
          <a:prstGeom prst="rect">
            <a:avLst/>
          </a:prstGeom>
        </p:spPr>
        <p:txBody>
          <a:bodyPr/>
          <a:lstStyle/>
          <a:p>
            <a:endParaRPr lang="en-LB"/>
          </a:p>
        </p:txBody>
      </p:sp>
      <p:sp>
        <p:nvSpPr>
          <p:cNvPr id="15" name="Title">
            <a:extLst>
              <a:ext uri="{FF2B5EF4-FFF2-40B4-BE49-F238E27FC236}">
                <a16:creationId xmlns:a16="http://schemas.microsoft.com/office/drawing/2014/main" id="{C7DAD06B-400C-E446-7E9E-3CA6EC229117}"/>
              </a:ext>
            </a:extLst>
          </p:cNvPr>
          <p:cNvSpPr>
            <a:spLocks noGrp="1"/>
          </p:cNvSpPr>
          <p:nvPr>
            <p:ph type="title" hasCustomPrompt="1"/>
          </p:nvPr>
        </p:nvSpPr>
        <p:spPr>
          <a:xfrm>
            <a:off x="381000" y="607770"/>
            <a:ext cx="2674967" cy="630583"/>
          </a:xfrm>
          <a:prstGeom prst="rect">
            <a:avLst/>
          </a:prstGeom>
        </p:spPr>
        <p:txBody>
          <a:bodyPr lIns="0" tIns="0" rIns="0" bIns="0"/>
          <a:lstStyle>
            <a:lvl1pPr>
              <a:defRPr sz="2400" b="1" i="0">
                <a:solidFill>
                  <a:srgbClr val="003348"/>
                </a:solidFill>
                <a:latin typeface="Futura PT Bold" panose="020B0502020204020303" pitchFamily="34" charset="77"/>
              </a:defRPr>
            </a:lvl1pPr>
          </a:lstStyle>
          <a:p>
            <a:r>
              <a:rPr lang="en-US" dirty="0"/>
              <a:t>TITLE IN</a:t>
            </a:r>
            <a:br>
              <a:rPr lang="en-US" dirty="0"/>
            </a:br>
            <a:r>
              <a:rPr lang="en-US" dirty="0"/>
              <a:t>TWO LINES</a:t>
            </a:r>
            <a:endParaRPr lang="en-LB" dirty="0"/>
          </a:p>
        </p:txBody>
      </p:sp>
    </p:spTree>
    <p:extLst>
      <p:ext uri="{BB962C8B-B14F-4D97-AF65-F5344CB8AC3E}">
        <p14:creationId xmlns:p14="http://schemas.microsoft.com/office/powerpoint/2010/main" val="21446939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_image_collage_right">
    <p:bg>
      <p:bgPr>
        <a:solidFill>
          <a:schemeClr val="bg1"/>
        </a:solidFill>
        <a:effectLst/>
      </p:bgPr>
    </p:bg>
    <p:spTree>
      <p:nvGrpSpPr>
        <p:cNvPr id="1" name=""/>
        <p:cNvGrpSpPr/>
        <p:nvPr/>
      </p:nvGrpSpPr>
      <p:grpSpPr>
        <a:xfrm>
          <a:off x="0" y="0"/>
          <a:ext cx="0" cy="0"/>
          <a:chOff x="0" y="0"/>
          <a:chExt cx="0" cy="0"/>
        </a:xfrm>
      </p:grpSpPr>
      <p:sp>
        <p:nvSpPr>
          <p:cNvPr id="19" name="image_4">
            <a:extLst>
              <a:ext uri="{FF2B5EF4-FFF2-40B4-BE49-F238E27FC236}">
                <a16:creationId xmlns:a16="http://schemas.microsoft.com/office/drawing/2014/main" id="{7D36A14A-2A1F-C11D-F6A4-69B09D696C5C}"/>
              </a:ext>
            </a:extLst>
          </p:cNvPr>
          <p:cNvSpPr>
            <a:spLocks noGrp="1"/>
          </p:cNvSpPr>
          <p:nvPr>
            <p:ph type="pic" sz="quarter" idx="16"/>
          </p:nvPr>
        </p:nvSpPr>
        <p:spPr>
          <a:xfrm>
            <a:off x="9634538" y="3324225"/>
            <a:ext cx="2557462" cy="3533775"/>
          </a:xfrm>
          <a:prstGeom prst="rect">
            <a:avLst/>
          </a:prstGeom>
        </p:spPr>
        <p:txBody>
          <a:bodyPr/>
          <a:lstStyle/>
          <a:p>
            <a:endParaRPr lang="en-LB"/>
          </a:p>
        </p:txBody>
      </p:sp>
      <p:sp>
        <p:nvSpPr>
          <p:cNvPr id="17" name="image_3">
            <a:extLst>
              <a:ext uri="{FF2B5EF4-FFF2-40B4-BE49-F238E27FC236}">
                <a16:creationId xmlns:a16="http://schemas.microsoft.com/office/drawing/2014/main" id="{E2C701B2-181B-28D5-7A27-DD6D040B5B2A}"/>
              </a:ext>
            </a:extLst>
          </p:cNvPr>
          <p:cNvSpPr>
            <a:spLocks noGrp="1"/>
          </p:cNvSpPr>
          <p:nvPr>
            <p:ph type="pic" sz="quarter" idx="15"/>
          </p:nvPr>
        </p:nvSpPr>
        <p:spPr>
          <a:xfrm>
            <a:off x="7104063" y="3759200"/>
            <a:ext cx="2451100" cy="3098800"/>
          </a:xfrm>
          <a:prstGeom prst="rect">
            <a:avLst/>
          </a:prstGeom>
        </p:spPr>
        <p:txBody>
          <a:bodyPr/>
          <a:lstStyle/>
          <a:p>
            <a:endParaRPr lang="en-LB"/>
          </a:p>
        </p:txBody>
      </p:sp>
      <p:sp>
        <p:nvSpPr>
          <p:cNvPr id="15" name="image_2">
            <a:extLst>
              <a:ext uri="{FF2B5EF4-FFF2-40B4-BE49-F238E27FC236}">
                <a16:creationId xmlns:a16="http://schemas.microsoft.com/office/drawing/2014/main" id="{38268BB8-5CF0-873C-01EC-A01DFEE3C0F0}"/>
              </a:ext>
            </a:extLst>
          </p:cNvPr>
          <p:cNvSpPr>
            <a:spLocks noGrp="1"/>
          </p:cNvSpPr>
          <p:nvPr>
            <p:ph type="pic" sz="quarter" idx="14"/>
          </p:nvPr>
        </p:nvSpPr>
        <p:spPr>
          <a:xfrm>
            <a:off x="9634538" y="0"/>
            <a:ext cx="2557462" cy="3232150"/>
          </a:xfrm>
          <a:prstGeom prst="rect">
            <a:avLst/>
          </a:prstGeom>
        </p:spPr>
        <p:txBody>
          <a:bodyPr/>
          <a:lstStyle/>
          <a:p>
            <a:endParaRPr lang="en-LB"/>
          </a:p>
        </p:txBody>
      </p:sp>
      <p:sp>
        <p:nvSpPr>
          <p:cNvPr id="13" name="image_1">
            <a:extLst>
              <a:ext uri="{FF2B5EF4-FFF2-40B4-BE49-F238E27FC236}">
                <a16:creationId xmlns:a16="http://schemas.microsoft.com/office/drawing/2014/main" id="{B034B9B8-87A2-3C4E-0EB1-83F06F11D479}"/>
              </a:ext>
            </a:extLst>
          </p:cNvPr>
          <p:cNvSpPr>
            <a:spLocks noGrp="1"/>
          </p:cNvSpPr>
          <p:nvPr>
            <p:ph type="pic" sz="quarter" idx="13"/>
          </p:nvPr>
        </p:nvSpPr>
        <p:spPr>
          <a:xfrm>
            <a:off x="7104063" y="0"/>
            <a:ext cx="2451100" cy="3668713"/>
          </a:xfrm>
          <a:prstGeom prst="rect">
            <a:avLst/>
          </a:prstGeom>
        </p:spPr>
        <p:txBody>
          <a:bodyPr/>
          <a:lstStyle/>
          <a:p>
            <a:endParaRPr lang="en-LB"/>
          </a:p>
        </p:txBody>
      </p:sp>
      <p:sp>
        <p:nvSpPr>
          <p:cNvPr id="2" name="title">
            <a:extLst>
              <a:ext uri="{FF2B5EF4-FFF2-40B4-BE49-F238E27FC236}">
                <a16:creationId xmlns:a16="http://schemas.microsoft.com/office/drawing/2014/main" id="{51962196-354D-F788-A4B6-35868D4620A3}"/>
              </a:ext>
            </a:extLst>
          </p:cNvPr>
          <p:cNvSpPr>
            <a:spLocks noGrp="1"/>
          </p:cNvSpPr>
          <p:nvPr>
            <p:ph type="title" hasCustomPrompt="1"/>
          </p:nvPr>
        </p:nvSpPr>
        <p:spPr>
          <a:xfrm>
            <a:off x="892429" y="1553594"/>
            <a:ext cx="5389839" cy="326251"/>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 IN ONE LINE</a:t>
            </a:r>
            <a:endParaRPr lang="en-LB" dirty="0"/>
          </a:p>
        </p:txBody>
      </p:sp>
      <p:sp>
        <p:nvSpPr>
          <p:cNvPr id="3" name="body">
            <a:extLst>
              <a:ext uri="{FF2B5EF4-FFF2-40B4-BE49-F238E27FC236}">
                <a16:creationId xmlns:a16="http://schemas.microsoft.com/office/drawing/2014/main" id="{26AE37C6-3066-73B1-E376-9DE4B0E6DD58}"/>
              </a:ext>
            </a:extLst>
          </p:cNvPr>
          <p:cNvSpPr>
            <a:spLocks noGrp="1"/>
          </p:cNvSpPr>
          <p:nvPr>
            <p:ph type="body" sz="quarter" idx="11" hasCustomPrompt="1"/>
          </p:nvPr>
        </p:nvSpPr>
        <p:spPr>
          <a:xfrm>
            <a:off x="892428" y="2119584"/>
            <a:ext cx="5389835" cy="3524842"/>
          </a:xfrm>
          <a:prstGeom prst="rect">
            <a:avLst/>
          </a:prstGeom>
        </p:spPr>
        <p:txBody>
          <a:bodyPr lIns="0" tIns="0" rIns="0" bIns="0"/>
          <a:lstStyle>
            <a:lvl1pPr marL="0" indent="0" algn="l">
              <a:lnSpc>
                <a:spcPct val="100000"/>
              </a:lnSpc>
              <a:spcBef>
                <a:spcPts val="0"/>
              </a:spcBef>
              <a:buNone/>
              <a:defRPr sz="1470" b="0" i="0">
                <a:solidFill>
                  <a:srgbClr val="003348"/>
                </a:solidFill>
                <a:latin typeface="Futura PT Book" panose="020B0502020204020303" pitchFamily="34" charset="77"/>
              </a:defRPr>
            </a:lvl1pPr>
            <a:lvl2pPr>
              <a:buNone/>
              <a:defRPr sz="1470">
                <a:solidFill>
                  <a:srgbClr val="003348"/>
                </a:solidFill>
                <a:latin typeface="Futura PT Book Italic" panose="020B0502020204090303" pitchFamily="34" charset="77"/>
              </a:defRPr>
            </a:lvl2pPr>
            <a:lvl3pPr>
              <a:buNone/>
              <a:defRPr sz="1470">
                <a:solidFill>
                  <a:srgbClr val="003348"/>
                </a:solidFill>
                <a:latin typeface="Futura PT Book Italic" panose="020B0502020204090303" pitchFamily="34" charset="77"/>
              </a:defRPr>
            </a:lvl3pPr>
            <a:lvl4pPr>
              <a:buNone/>
              <a:defRPr sz="1470">
                <a:solidFill>
                  <a:srgbClr val="003348"/>
                </a:solidFill>
                <a:latin typeface="Futura PT Book Italic" panose="020B0502020204090303" pitchFamily="34" charset="77"/>
              </a:defRPr>
            </a:lvl4pPr>
            <a:lvl5pPr>
              <a:buNone/>
              <a:defRPr sz="1470">
                <a:solidFill>
                  <a:srgbClr val="003348"/>
                </a:solidFill>
                <a:latin typeface="Futura PT Book Italic" panose="020B0502020204090303" pitchFamily="34" charset="77"/>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endParaRPr lang="en-US" dirty="0"/>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endParaRPr lang="en-US" dirty="0"/>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endParaRPr lang="en-US" dirty="0"/>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blandit</a:t>
            </a:r>
            <a:r>
              <a:rPr lang="en-US" dirty="0"/>
              <a:t> </a:t>
            </a:r>
            <a:r>
              <a:rPr lang="en-US" dirty="0" err="1"/>
              <a:t>orci</a:t>
            </a:r>
            <a:r>
              <a:rPr lang="en-US" dirty="0"/>
              <a:t> vitae </a:t>
            </a:r>
            <a:r>
              <a:rPr lang="en-US" dirty="0" err="1"/>
              <a:t>venenatis</a:t>
            </a:r>
            <a:r>
              <a:rPr lang="en-US" dirty="0"/>
              <a:t> </a:t>
            </a:r>
            <a:r>
              <a:rPr lang="en-US" dirty="0" err="1"/>
              <a:t>luctus</a:t>
            </a:r>
            <a:r>
              <a:rPr lang="en-US" dirty="0"/>
              <a:t>. Maecenas </a:t>
            </a:r>
            <a:r>
              <a:rPr lang="en-US" dirty="0" err="1"/>
              <a:t>sagittis</a:t>
            </a:r>
            <a:r>
              <a:rPr lang="en-US" dirty="0"/>
              <a:t> </a:t>
            </a:r>
            <a:r>
              <a:rPr lang="en-US" dirty="0" err="1"/>
              <a:t>commodo</a:t>
            </a:r>
            <a:r>
              <a:rPr lang="en-US" dirty="0"/>
              <a:t> diam, </a:t>
            </a:r>
            <a:r>
              <a:rPr lang="en-US" dirty="0" err="1"/>
              <a:t>eu</a:t>
            </a:r>
            <a:r>
              <a:rPr lang="en-US" dirty="0"/>
              <a:t> </a:t>
            </a:r>
            <a:r>
              <a:rPr lang="en-US" dirty="0" err="1"/>
              <a:t>hendrerit</a:t>
            </a:r>
            <a:r>
              <a:rPr lang="en-US" dirty="0"/>
              <a:t> </a:t>
            </a:r>
            <a:r>
              <a:rPr lang="en-US" dirty="0" err="1"/>
              <a:t>tellus</a:t>
            </a:r>
            <a:r>
              <a:rPr lang="en-US" dirty="0"/>
              <a:t> </a:t>
            </a:r>
            <a:r>
              <a:rPr lang="en-US" dirty="0" err="1"/>
              <a:t>tempor</a:t>
            </a:r>
            <a:r>
              <a:rPr lang="en-US" dirty="0"/>
              <a:t> </a:t>
            </a:r>
            <a:r>
              <a:rPr lang="en-US" dirty="0" err="1"/>
              <a:t>ut.</a:t>
            </a:r>
            <a:endParaRPr lang="en-US" dirty="0"/>
          </a:p>
          <a:p>
            <a:pPr lvl="0"/>
            <a:endParaRPr lang="en-US" dirty="0"/>
          </a:p>
        </p:txBody>
      </p:sp>
    </p:spTree>
    <p:extLst>
      <p:ext uri="{BB962C8B-B14F-4D97-AF65-F5344CB8AC3E}">
        <p14:creationId xmlns:p14="http://schemas.microsoft.com/office/powerpoint/2010/main" val="7512363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ix_categories">
    <p:bg>
      <p:bgPr>
        <a:solidFill>
          <a:schemeClr val="bg1"/>
        </a:solidFill>
        <a:effectLst/>
      </p:bgPr>
    </p:bg>
    <p:spTree>
      <p:nvGrpSpPr>
        <p:cNvPr id="1" name=""/>
        <p:cNvGrpSpPr/>
        <p:nvPr/>
      </p:nvGrpSpPr>
      <p:grpSpPr>
        <a:xfrm>
          <a:off x="0" y="0"/>
          <a:ext cx="0" cy="0"/>
          <a:chOff x="0" y="0"/>
          <a:chExt cx="0" cy="0"/>
        </a:xfrm>
      </p:grpSpPr>
      <p:sp>
        <p:nvSpPr>
          <p:cNvPr id="31" name="image_1">
            <a:extLst>
              <a:ext uri="{FF2B5EF4-FFF2-40B4-BE49-F238E27FC236}">
                <a16:creationId xmlns:a16="http://schemas.microsoft.com/office/drawing/2014/main" id="{DBABE323-8F49-0CB4-9AAB-77959A6F78BD}"/>
              </a:ext>
            </a:extLst>
          </p:cNvPr>
          <p:cNvSpPr>
            <a:spLocks noGrp="1"/>
          </p:cNvSpPr>
          <p:nvPr>
            <p:ph type="pic" sz="quarter" idx="22"/>
          </p:nvPr>
        </p:nvSpPr>
        <p:spPr>
          <a:xfrm>
            <a:off x="440285" y="1168400"/>
            <a:ext cx="1735138" cy="3454400"/>
          </a:xfrm>
          <a:prstGeom prst="rect">
            <a:avLst/>
          </a:prstGeom>
        </p:spPr>
        <p:txBody>
          <a:bodyPr/>
          <a:lstStyle/>
          <a:p>
            <a:endParaRPr lang="en-LB" dirty="0"/>
          </a:p>
        </p:txBody>
      </p:sp>
      <p:sp>
        <p:nvSpPr>
          <p:cNvPr id="32" name="image_2">
            <a:extLst>
              <a:ext uri="{FF2B5EF4-FFF2-40B4-BE49-F238E27FC236}">
                <a16:creationId xmlns:a16="http://schemas.microsoft.com/office/drawing/2014/main" id="{CD0983D9-66F8-3599-85D4-F2B824EEE0D2}"/>
              </a:ext>
            </a:extLst>
          </p:cNvPr>
          <p:cNvSpPr>
            <a:spLocks noGrp="1"/>
          </p:cNvSpPr>
          <p:nvPr>
            <p:ph type="pic" sz="quarter" idx="23"/>
          </p:nvPr>
        </p:nvSpPr>
        <p:spPr>
          <a:xfrm>
            <a:off x="2341838" y="1168400"/>
            <a:ext cx="1735138" cy="3454400"/>
          </a:xfrm>
          <a:prstGeom prst="rect">
            <a:avLst/>
          </a:prstGeom>
        </p:spPr>
        <p:txBody>
          <a:bodyPr/>
          <a:lstStyle/>
          <a:p>
            <a:endParaRPr lang="en-LB"/>
          </a:p>
        </p:txBody>
      </p:sp>
      <p:sp>
        <p:nvSpPr>
          <p:cNvPr id="33" name="image_3">
            <a:extLst>
              <a:ext uri="{FF2B5EF4-FFF2-40B4-BE49-F238E27FC236}">
                <a16:creationId xmlns:a16="http://schemas.microsoft.com/office/drawing/2014/main" id="{04B3E376-2F08-6D24-145A-9497DABCBAAC}"/>
              </a:ext>
            </a:extLst>
          </p:cNvPr>
          <p:cNvSpPr>
            <a:spLocks noGrp="1"/>
          </p:cNvSpPr>
          <p:nvPr>
            <p:ph type="pic" sz="quarter" idx="24"/>
          </p:nvPr>
        </p:nvSpPr>
        <p:spPr>
          <a:xfrm>
            <a:off x="4249005" y="1168400"/>
            <a:ext cx="1735138" cy="3454400"/>
          </a:xfrm>
          <a:prstGeom prst="rect">
            <a:avLst/>
          </a:prstGeom>
        </p:spPr>
        <p:txBody>
          <a:bodyPr/>
          <a:lstStyle/>
          <a:p>
            <a:endParaRPr lang="en-LB"/>
          </a:p>
        </p:txBody>
      </p:sp>
      <p:sp>
        <p:nvSpPr>
          <p:cNvPr id="34" name="image_4">
            <a:extLst>
              <a:ext uri="{FF2B5EF4-FFF2-40B4-BE49-F238E27FC236}">
                <a16:creationId xmlns:a16="http://schemas.microsoft.com/office/drawing/2014/main" id="{95BE8D99-1180-7178-2280-A20DB3749381}"/>
              </a:ext>
            </a:extLst>
          </p:cNvPr>
          <p:cNvSpPr>
            <a:spLocks noGrp="1"/>
          </p:cNvSpPr>
          <p:nvPr>
            <p:ph type="pic" sz="quarter" idx="25"/>
          </p:nvPr>
        </p:nvSpPr>
        <p:spPr>
          <a:xfrm>
            <a:off x="6150412" y="1168400"/>
            <a:ext cx="1735138" cy="3454400"/>
          </a:xfrm>
          <a:prstGeom prst="rect">
            <a:avLst/>
          </a:prstGeom>
        </p:spPr>
        <p:txBody>
          <a:bodyPr/>
          <a:lstStyle/>
          <a:p>
            <a:endParaRPr lang="en-LB"/>
          </a:p>
        </p:txBody>
      </p:sp>
      <p:sp>
        <p:nvSpPr>
          <p:cNvPr id="35" name="image_5">
            <a:extLst>
              <a:ext uri="{FF2B5EF4-FFF2-40B4-BE49-F238E27FC236}">
                <a16:creationId xmlns:a16="http://schemas.microsoft.com/office/drawing/2014/main" id="{F32C1CF8-13C9-C0EA-5D0A-D2FF91C1C511}"/>
              </a:ext>
            </a:extLst>
          </p:cNvPr>
          <p:cNvSpPr>
            <a:spLocks noGrp="1"/>
          </p:cNvSpPr>
          <p:nvPr>
            <p:ph type="pic" sz="quarter" idx="26"/>
          </p:nvPr>
        </p:nvSpPr>
        <p:spPr>
          <a:xfrm>
            <a:off x="8051819" y="1168400"/>
            <a:ext cx="1735138" cy="3454400"/>
          </a:xfrm>
          <a:prstGeom prst="rect">
            <a:avLst/>
          </a:prstGeom>
        </p:spPr>
        <p:txBody>
          <a:bodyPr/>
          <a:lstStyle/>
          <a:p>
            <a:endParaRPr lang="en-LB"/>
          </a:p>
        </p:txBody>
      </p:sp>
      <p:sp>
        <p:nvSpPr>
          <p:cNvPr id="36" name="image_6">
            <a:extLst>
              <a:ext uri="{FF2B5EF4-FFF2-40B4-BE49-F238E27FC236}">
                <a16:creationId xmlns:a16="http://schemas.microsoft.com/office/drawing/2014/main" id="{96EFD21B-2017-0174-F1D1-F271CEE91E66}"/>
              </a:ext>
            </a:extLst>
          </p:cNvPr>
          <p:cNvSpPr>
            <a:spLocks noGrp="1"/>
          </p:cNvSpPr>
          <p:nvPr>
            <p:ph type="pic" sz="quarter" idx="27"/>
          </p:nvPr>
        </p:nvSpPr>
        <p:spPr>
          <a:xfrm>
            <a:off x="9953401" y="1168400"/>
            <a:ext cx="1735138" cy="3454400"/>
          </a:xfrm>
          <a:prstGeom prst="rect">
            <a:avLst/>
          </a:prstGeom>
        </p:spPr>
        <p:txBody>
          <a:bodyPr/>
          <a:lstStyle/>
          <a:p>
            <a:endParaRPr lang="en-LB"/>
          </a:p>
        </p:txBody>
      </p:sp>
      <p:sp>
        <p:nvSpPr>
          <p:cNvPr id="18" name="title">
            <a:extLst>
              <a:ext uri="{FF2B5EF4-FFF2-40B4-BE49-F238E27FC236}">
                <a16:creationId xmlns:a16="http://schemas.microsoft.com/office/drawing/2014/main" id="{E8FCEAB9-6964-9CA5-8F8F-97D23E8DCB09}"/>
              </a:ext>
            </a:extLst>
          </p:cNvPr>
          <p:cNvSpPr>
            <a:spLocks noGrp="1"/>
          </p:cNvSpPr>
          <p:nvPr>
            <p:ph type="title" hasCustomPrompt="1"/>
          </p:nvPr>
        </p:nvSpPr>
        <p:spPr>
          <a:xfrm>
            <a:off x="440254" y="440562"/>
            <a:ext cx="11247993" cy="329246"/>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a:t>
            </a:r>
          </a:p>
        </p:txBody>
      </p:sp>
      <p:sp>
        <p:nvSpPr>
          <p:cNvPr id="23" name="category_1">
            <a:extLst>
              <a:ext uri="{FF2B5EF4-FFF2-40B4-BE49-F238E27FC236}">
                <a16:creationId xmlns:a16="http://schemas.microsoft.com/office/drawing/2014/main" id="{44E83A22-9BA9-6DEE-1CCF-E48D79E2EFAE}"/>
              </a:ext>
            </a:extLst>
          </p:cNvPr>
          <p:cNvSpPr>
            <a:spLocks noGrp="1"/>
          </p:cNvSpPr>
          <p:nvPr>
            <p:ph type="body" sz="quarter" idx="16" hasCustomPrompt="1"/>
          </p:nvPr>
        </p:nvSpPr>
        <p:spPr>
          <a:xfrm>
            <a:off x="539028" y="4381983"/>
            <a:ext cx="1537653"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3" name="body_1">
            <a:extLst>
              <a:ext uri="{FF2B5EF4-FFF2-40B4-BE49-F238E27FC236}">
                <a16:creationId xmlns:a16="http://schemas.microsoft.com/office/drawing/2014/main" id="{4AA2021B-A63A-A169-ADE9-2431C138EAF6}"/>
              </a:ext>
            </a:extLst>
          </p:cNvPr>
          <p:cNvSpPr>
            <a:spLocks noGrp="1"/>
          </p:cNvSpPr>
          <p:nvPr>
            <p:ph type="body" sz="quarter" idx="28" hasCustomPrompt="1"/>
          </p:nvPr>
        </p:nvSpPr>
        <p:spPr>
          <a:xfrm>
            <a:off x="539028" y="4652326"/>
            <a:ext cx="1537653"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9" name="category_2">
            <a:extLst>
              <a:ext uri="{FF2B5EF4-FFF2-40B4-BE49-F238E27FC236}">
                <a16:creationId xmlns:a16="http://schemas.microsoft.com/office/drawing/2014/main" id="{0419629A-0F56-C1DE-7D13-5FEC2FAE1E95}"/>
              </a:ext>
            </a:extLst>
          </p:cNvPr>
          <p:cNvSpPr>
            <a:spLocks noGrp="1"/>
          </p:cNvSpPr>
          <p:nvPr>
            <p:ph type="body" sz="quarter" idx="29" hasCustomPrompt="1"/>
          </p:nvPr>
        </p:nvSpPr>
        <p:spPr>
          <a:xfrm>
            <a:off x="2439390" y="4381983"/>
            <a:ext cx="1537653"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10" name="body_2">
            <a:extLst>
              <a:ext uri="{FF2B5EF4-FFF2-40B4-BE49-F238E27FC236}">
                <a16:creationId xmlns:a16="http://schemas.microsoft.com/office/drawing/2014/main" id="{9FF9BAAD-CC7E-11F1-866C-2FBBD790CE02}"/>
              </a:ext>
            </a:extLst>
          </p:cNvPr>
          <p:cNvSpPr>
            <a:spLocks noGrp="1"/>
          </p:cNvSpPr>
          <p:nvPr>
            <p:ph type="body" sz="quarter" idx="30" hasCustomPrompt="1"/>
          </p:nvPr>
        </p:nvSpPr>
        <p:spPr>
          <a:xfrm>
            <a:off x="2439390" y="4652326"/>
            <a:ext cx="1537653"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11" name="category_3">
            <a:extLst>
              <a:ext uri="{FF2B5EF4-FFF2-40B4-BE49-F238E27FC236}">
                <a16:creationId xmlns:a16="http://schemas.microsoft.com/office/drawing/2014/main" id="{2A757DB9-5673-3DBE-8EDF-B6642ED9BE83}"/>
              </a:ext>
            </a:extLst>
          </p:cNvPr>
          <p:cNvSpPr>
            <a:spLocks noGrp="1"/>
          </p:cNvSpPr>
          <p:nvPr>
            <p:ph type="body" sz="quarter" idx="31" hasCustomPrompt="1"/>
          </p:nvPr>
        </p:nvSpPr>
        <p:spPr>
          <a:xfrm>
            <a:off x="4347703" y="4381983"/>
            <a:ext cx="1537653"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12" name="body_3">
            <a:extLst>
              <a:ext uri="{FF2B5EF4-FFF2-40B4-BE49-F238E27FC236}">
                <a16:creationId xmlns:a16="http://schemas.microsoft.com/office/drawing/2014/main" id="{1C0FB40B-9804-078F-B818-002754AD53B8}"/>
              </a:ext>
            </a:extLst>
          </p:cNvPr>
          <p:cNvSpPr>
            <a:spLocks noGrp="1"/>
          </p:cNvSpPr>
          <p:nvPr>
            <p:ph type="body" sz="quarter" idx="32" hasCustomPrompt="1"/>
          </p:nvPr>
        </p:nvSpPr>
        <p:spPr>
          <a:xfrm>
            <a:off x="4347703" y="4652326"/>
            <a:ext cx="1537653"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13" name="category_4">
            <a:extLst>
              <a:ext uri="{FF2B5EF4-FFF2-40B4-BE49-F238E27FC236}">
                <a16:creationId xmlns:a16="http://schemas.microsoft.com/office/drawing/2014/main" id="{949B62DF-6A08-7610-D596-AA3E72CC5C8F}"/>
              </a:ext>
            </a:extLst>
          </p:cNvPr>
          <p:cNvSpPr>
            <a:spLocks noGrp="1"/>
          </p:cNvSpPr>
          <p:nvPr>
            <p:ph type="body" sz="quarter" idx="33" hasCustomPrompt="1"/>
          </p:nvPr>
        </p:nvSpPr>
        <p:spPr>
          <a:xfrm>
            <a:off x="6248065" y="4381983"/>
            <a:ext cx="1537653"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14" name="body_4">
            <a:extLst>
              <a:ext uri="{FF2B5EF4-FFF2-40B4-BE49-F238E27FC236}">
                <a16:creationId xmlns:a16="http://schemas.microsoft.com/office/drawing/2014/main" id="{4EBCAE30-8B11-1F8B-6602-A31A29991B0D}"/>
              </a:ext>
            </a:extLst>
          </p:cNvPr>
          <p:cNvSpPr>
            <a:spLocks noGrp="1"/>
          </p:cNvSpPr>
          <p:nvPr>
            <p:ph type="body" sz="quarter" idx="34" hasCustomPrompt="1"/>
          </p:nvPr>
        </p:nvSpPr>
        <p:spPr>
          <a:xfrm>
            <a:off x="6248065" y="4652326"/>
            <a:ext cx="1537653"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15" name="category_5">
            <a:extLst>
              <a:ext uri="{FF2B5EF4-FFF2-40B4-BE49-F238E27FC236}">
                <a16:creationId xmlns:a16="http://schemas.microsoft.com/office/drawing/2014/main" id="{9A148965-D24B-5F56-6DE2-B7A3F66D49B8}"/>
              </a:ext>
            </a:extLst>
          </p:cNvPr>
          <p:cNvSpPr>
            <a:spLocks noGrp="1"/>
          </p:cNvSpPr>
          <p:nvPr>
            <p:ph type="body" sz="quarter" idx="35" hasCustomPrompt="1"/>
          </p:nvPr>
        </p:nvSpPr>
        <p:spPr>
          <a:xfrm>
            <a:off x="8148426" y="4381983"/>
            <a:ext cx="1537653"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16" name="body_5">
            <a:extLst>
              <a:ext uri="{FF2B5EF4-FFF2-40B4-BE49-F238E27FC236}">
                <a16:creationId xmlns:a16="http://schemas.microsoft.com/office/drawing/2014/main" id="{F1AA8C87-8A4B-9525-2617-2A0FAF326491}"/>
              </a:ext>
            </a:extLst>
          </p:cNvPr>
          <p:cNvSpPr>
            <a:spLocks noGrp="1"/>
          </p:cNvSpPr>
          <p:nvPr>
            <p:ph type="body" sz="quarter" idx="36" hasCustomPrompt="1"/>
          </p:nvPr>
        </p:nvSpPr>
        <p:spPr>
          <a:xfrm>
            <a:off x="8148426" y="4652326"/>
            <a:ext cx="1537653"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17" name="category_6">
            <a:extLst>
              <a:ext uri="{FF2B5EF4-FFF2-40B4-BE49-F238E27FC236}">
                <a16:creationId xmlns:a16="http://schemas.microsoft.com/office/drawing/2014/main" id="{1027C2FB-5F77-DDC0-14F1-03F5342A78BB}"/>
              </a:ext>
            </a:extLst>
          </p:cNvPr>
          <p:cNvSpPr>
            <a:spLocks noGrp="1"/>
          </p:cNvSpPr>
          <p:nvPr>
            <p:ph type="body" sz="quarter" idx="37" hasCustomPrompt="1"/>
          </p:nvPr>
        </p:nvSpPr>
        <p:spPr>
          <a:xfrm>
            <a:off x="10048788" y="4381983"/>
            <a:ext cx="1537653"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19" name="body_6">
            <a:extLst>
              <a:ext uri="{FF2B5EF4-FFF2-40B4-BE49-F238E27FC236}">
                <a16:creationId xmlns:a16="http://schemas.microsoft.com/office/drawing/2014/main" id="{F2A72DA6-67F9-57C0-794F-B9CA23433056}"/>
              </a:ext>
            </a:extLst>
          </p:cNvPr>
          <p:cNvSpPr>
            <a:spLocks noGrp="1"/>
          </p:cNvSpPr>
          <p:nvPr>
            <p:ph type="body" sz="quarter" idx="38" hasCustomPrompt="1"/>
          </p:nvPr>
        </p:nvSpPr>
        <p:spPr>
          <a:xfrm>
            <a:off x="10048788" y="4652326"/>
            <a:ext cx="1537653"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Tree>
    <p:extLst>
      <p:ext uri="{BB962C8B-B14F-4D97-AF65-F5344CB8AC3E}">
        <p14:creationId xmlns:p14="http://schemas.microsoft.com/office/powerpoint/2010/main" val="31090533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_categories">
    <p:bg>
      <p:bgPr>
        <a:solidFill>
          <a:schemeClr val="bg1"/>
        </a:solidFill>
        <a:effectLst/>
      </p:bgPr>
    </p:bg>
    <p:spTree>
      <p:nvGrpSpPr>
        <p:cNvPr id="1" name=""/>
        <p:cNvGrpSpPr/>
        <p:nvPr/>
      </p:nvGrpSpPr>
      <p:grpSpPr>
        <a:xfrm>
          <a:off x="0" y="0"/>
          <a:ext cx="0" cy="0"/>
          <a:chOff x="0" y="0"/>
          <a:chExt cx="0" cy="0"/>
        </a:xfrm>
      </p:grpSpPr>
      <p:sp>
        <p:nvSpPr>
          <p:cNvPr id="60" name="image_2">
            <a:extLst>
              <a:ext uri="{FF2B5EF4-FFF2-40B4-BE49-F238E27FC236}">
                <a16:creationId xmlns:a16="http://schemas.microsoft.com/office/drawing/2014/main" id="{830280B5-BB43-DFB6-1BB1-66F56DABB231}"/>
              </a:ext>
            </a:extLst>
          </p:cNvPr>
          <p:cNvSpPr>
            <a:spLocks noGrp="1"/>
          </p:cNvSpPr>
          <p:nvPr>
            <p:ph type="pic" sz="quarter" idx="11"/>
          </p:nvPr>
        </p:nvSpPr>
        <p:spPr>
          <a:xfrm>
            <a:off x="3378381" y="1168400"/>
            <a:ext cx="2170112" cy="3306763"/>
          </a:xfrm>
          <a:prstGeom prst="rect">
            <a:avLst/>
          </a:prstGeom>
        </p:spPr>
        <p:txBody>
          <a:bodyPr/>
          <a:lstStyle/>
          <a:p>
            <a:endParaRPr lang="en-LB"/>
          </a:p>
        </p:txBody>
      </p:sp>
      <p:sp>
        <p:nvSpPr>
          <p:cNvPr id="61" name="image_3">
            <a:extLst>
              <a:ext uri="{FF2B5EF4-FFF2-40B4-BE49-F238E27FC236}">
                <a16:creationId xmlns:a16="http://schemas.microsoft.com/office/drawing/2014/main" id="{DBBB1970-E354-1B2E-C20F-FE8ECB3300D7}"/>
              </a:ext>
            </a:extLst>
          </p:cNvPr>
          <p:cNvSpPr>
            <a:spLocks noGrp="1"/>
          </p:cNvSpPr>
          <p:nvPr>
            <p:ph type="pic" sz="quarter" idx="12"/>
          </p:nvPr>
        </p:nvSpPr>
        <p:spPr>
          <a:xfrm>
            <a:off x="6294301" y="1168400"/>
            <a:ext cx="2170112" cy="3306763"/>
          </a:xfrm>
          <a:prstGeom prst="rect">
            <a:avLst/>
          </a:prstGeom>
        </p:spPr>
        <p:txBody>
          <a:bodyPr/>
          <a:lstStyle/>
          <a:p>
            <a:endParaRPr lang="en-LB"/>
          </a:p>
        </p:txBody>
      </p:sp>
      <p:sp>
        <p:nvSpPr>
          <p:cNvPr id="62" name="image_4">
            <a:extLst>
              <a:ext uri="{FF2B5EF4-FFF2-40B4-BE49-F238E27FC236}">
                <a16:creationId xmlns:a16="http://schemas.microsoft.com/office/drawing/2014/main" id="{64A1B7EF-4414-D5DC-54ED-4EA381045218}"/>
              </a:ext>
            </a:extLst>
          </p:cNvPr>
          <p:cNvSpPr>
            <a:spLocks noGrp="1"/>
          </p:cNvSpPr>
          <p:nvPr>
            <p:ph type="pic" sz="quarter" idx="13"/>
          </p:nvPr>
        </p:nvSpPr>
        <p:spPr>
          <a:xfrm>
            <a:off x="9240701" y="1168400"/>
            <a:ext cx="2170112" cy="3306763"/>
          </a:xfrm>
          <a:prstGeom prst="rect">
            <a:avLst/>
          </a:prstGeom>
        </p:spPr>
        <p:txBody>
          <a:bodyPr/>
          <a:lstStyle/>
          <a:p>
            <a:endParaRPr lang="en-LB"/>
          </a:p>
        </p:txBody>
      </p:sp>
      <p:sp>
        <p:nvSpPr>
          <p:cNvPr id="59" name="image_1">
            <a:extLst>
              <a:ext uri="{FF2B5EF4-FFF2-40B4-BE49-F238E27FC236}">
                <a16:creationId xmlns:a16="http://schemas.microsoft.com/office/drawing/2014/main" id="{6124DB64-4AC0-096E-471E-52B7CD0C01BF}"/>
              </a:ext>
            </a:extLst>
          </p:cNvPr>
          <p:cNvSpPr>
            <a:spLocks noGrp="1"/>
          </p:cNvSpPr>
          <p:nvPr>
            <p:ph type="pic" sz="quarter" idx="10"/>
          </p:nvPr>
        </p:nvSpPr>
        <p:spPr>
          <a:xfrm>
            <a:off x="452301" y="1168400"/>
            <a:ext cx="2170112" cy="3306763"/>
          </a:xfrm>
          <a:prstGeom prst="rect">
            <a:avLst/>
          </a:prstGeom>
        </p:spPr>
        <p:txBody>
          <a:bodyPr/>
          <a:lstStyle/>
          <a:p>
            <a:endParaRPr lang="en-LB"/>
          </a:p>
        </p:txBody>
      </p:sp>
      <p:sp>
        <p:nvSpPr>
          <p:cNvPr id="2" name="title">
            <a:extLst>
              <a:ext uri="{FF2B5EF4-FFF2-40B4-BE49-F238E27FC236}">
                <a16:creationId xmlns:a16="http://schemas.microsoft.com/office/drawing/2014/main" id="{CBD96AC2-E072-AE3F-C10E-A6203258E709}"/>
              </a:ext>
            </a:extLst>
          </p:cNvPr>
          <p:cNvSpPr>
            <a:spLocks noGrp="1"/>
          </p:cNvSpPr>
          <p:nvPr>
            <p:ph type="title" hasCustomPrompt="1"/>
          </p:nvPr>
        </p:nvSpPr>
        <p:spPr>
          <a:xfrm>
            <a:off x="452301" y="440561"/>
            <a:ext cx="11279188" cy="352829"/>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a:t>
            </a:r>
          </a:p>
        </p:txBody>
      </p:sp>
      <p:sp>
        <p:nvSpPr>
          <p:cNvPr id="3" name="category_1">
            <a:extLst>
              <a:ext uri="{FF2B5EF4-FFF2-40B4-BE49-F238E27FC236}">
                <a16:creationId xmlns:a16="http://schemas.microsoft.com/office/drawing/2014/main" id="{60823F25-827F-0AC6-EFE0-4088C223D6E3}"/>
              </a:ext>
            </a:extLst>
          </p:cNvPr>
          <p:cNvSpPr>
            <a:spLocks noGrp="1"/>
          </p:cNvSpPr>
          <p:nvPr>
            <p:ph type="body" sz="quarter" idx="16" hasCustomPrompt="1"/>
          </p:nvPr>
        </p:nvSpPr>
        <p:spPr>
          <a:xfrm>
            <a:off x="804965" y="4400069"/>
            <a:ext cx="1982438"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4" name="body_1">
            <a:extLst>
              <a:ext uri="{FF2B5EF4-FFF2-40B4-BE49-F238E27FC236}">
                <a16:creationId xmlns:a16="http://schemas.microsoft.com/office/drawing/2014/main" id="{1DEF0680-F508-A01D-D67F-003D0DAA9B61}"/>
              </a:ext>
            </a:extLst>
          </p:cNvPr>
          <p:cNvSpPr>
            <a:spLocks noGrp="1"/>
          </p:cNvSpPr>
          <p:nvPr>
            <p:ph type="body" sz="quarter" idx="28" hasCustomPrompt="1"/>
          </p:nvPr>
        </p:nvSpPr>
        <p:spPr>
          <a:xfrm>
            <a:off x="804965" y="4670412"/>
            <a:ext cx="1982438"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6" name="category_2">
            <a:extLst>
              <a:ext uri="{FF2B5EF4-FFF2-40B4-BE49-F238E27FC236}">
                <a16:creationId xmlns:a16="http://schemas.microsoft.com/office/drawing/2014/main" id="{F523EC5D-A459-9050-82FD-41B0366A8283}"/>
              </a:ext>
            </a:extLst>
          </p:cNvPr>
          <p:cNvSpPr>
            <a:spLocks noGrp="1"/>
          </p:cNvSpPr>
          <p:nvPr>
            <p:ph type="body" sz="quarter" idx="29" hasCustomPrompt="1"/>
          </p:nvPr>
        </p:nvSpPr>
        <p:spPr>
          <a:xfrm>
            <a:off x="3733223" y="4400069"/>
            <a:ext cx="1982438"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7" name="body_2">
            <a:extLst>
              <a:ext uri="{FF2B5EF4-FFF2-40B4-BE49-F238E27FC236}">
                <a16:creationId xmlns:a16="http://schemas.microsoft.com/office/drawing/2014/main" id="{40A7589A-6DC8-57A7-27E7-36275094C68C}"/>
              </a:ext>
            </a:extLst>
          </p:cNvPr>
          <p:cNvSpPr>
            <a:spLocks noGrp="1"/>
          </p:cNvSpPr>
          <p:nvPr>
            <p:ph type="body" sz="quarter" idx="30" hasCustomPrompt="1"/>
          </p:nvPr>
        </p:nvSpPr>
        <p:spPr>
          <a:xfrm>
            <a:off x="3733223" y="4670412"/>
            <a:ext cx="1982438"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8" name="category_3">
            <a:extLst>
              <a:ext uri="{FF2B5EF4-FFF2-40B4-BE49-F238E27FC236}">
                <a16:creationId xmlns:a16="http://schemas.microsoft.com/office/drawing/2014/main" id="{7FEB5584-1F39-91B3-356D-64940FB52A57}"/>
              </a:ext>
            </a:extLst>
          </p:cNvPr>
          <p:cNvSpPr>
            <a:spLocks noGrp="1"/>
          </p:cNvSpPr>
          <p:nvPr>
            <p:ph type="body" sz="quarter" idx="31" hasCustomPrompt="1"/>
          </p:nvPr>
        </p:nvSpPr>
        <p:spPr>
          <a:xfrm>
            <a:off x="6661480" y="4400069"/>
            <a:ext cx="1982438"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9" name="body_3">
            <a:extLst>
              <a:ext uri="{FF2B5EF4-FFF2-40B4-BE49-F238E27FC236}">
                <a16:creationId xmlns:a16="http://schemas.microsoft.com/office/drawing/2014/main" id="{C5CDE66D-7A83-BF1B-0AFF-2C7B441E363F}"/>
              </a:ext>
            </a:extLst>
          </p:cNvPr>
          <p:cNvSpPr>
            <a:spLocks noGrp="1"/>
          </p:cNvSpPr>
          <p:nvPr>
            <p:ph type="body" sz="quarter" idx="32" hasCustomPrompt="1"/>
          </p:nvPr>
        </p:nvSpPr>
        <p:spPr>
          <a:xfrm>
            <a:off x="6661480" y="4670412"/>
            <a:ext cx="1982438"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10" name="category_4">
            <a:extLst>
              <a:ext uri="{FF2B5EF4-FFF2-40B4-BE49-F238E27FC236}">
                <a16:creationId xmlns:a16="http://schemas.microsoft.com/office/drawing/2014/main" id="{B26ED86D-0ED6-6CAF-239C-C9FF5C7FA1EE}"/>
              </a:ext>
            </a:extLst>
          </p:cNvPr>
          <p:cNvSpPr>
            <a:spLocks noGrp="1"/>
          </p:cNvSpPr>
          <p:nvPr>
            <p:ph type="body" sz="quarter" idx="33" hasCustomPrompt="1"/>
          </p:nvPr>
        </p:nvSpPr>
        <p:spPr>
          <a:xfrm>
            <a:off x="9589737" y="4400069"/>
            <a:ext cx="1982438"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11" name="body_4">
            <a:extLst>
              <a:ext uri="{FF2B5EF4-FFF2-40B4-BE49-F238E27FC236}">
                <a16:creationId xmlns:a16="http://schemas.microsoft.com/office/drawing/2014/main" id="{E8783788-D5FD-C4E5-DC47-F33FF51F2C84}"/>
              </a:ext>
            </a:extLst>
          </p:cNvPr>
          <p:cNvSpPr>
            <a:spLocks noGrp="1"/>
          </p:cNvSpPr>
          <p:nvPr>
            <p:ph type="body" sz="quarter" idx="34" hasCustomPrompt="1"/>
          </p:nvPr>
        </p:nvSpPr>
        <p:spPr>
          <a:xfrm>
            <a:off x="9589737" y="4670412"/>
            <a:ext cx="1982438"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Tree>
    <p:extLst>
      <p:ext uri="{BB962C8B-B14F-4D97-AF65-F5344CB8AC3E}">
        <p14:creationId xmlns:p14="http://schemas.microsoft.com/office/powerpoint/2010/main" val="28668667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vision_mission">
    <p:bg>
      <p:bgPr>
        <a:solidFill>
          <a:schemeClr val="bg1"/>
        </a:solidFill>
        <a:effectLst/>
      </p:bgPr>
    </p:bg>
    <p:spTree>
      <p:nvGrpSpPr>
        <p:cNvPr id="1" name=""/>
        <p:cNvGrpSpPr/>
        <p:nvPr/>
      </p:nvGrpSpPr>
      <p:grpSpPr>
        <a:xfrm>
          <a:off x="0" y="0"/>
          <a:ext cx="0" cy="0"/>
          <a:chOff x="0" y="0"/>
          <a:chExt cx="0" cy="0"/>
        </a:xfrm>
      </p:grpSpPr>
      <p:sp>
        <p:nvSpPr>
          <p:cNvPr id="9" name="body_1">
            <a:extLst>
              <a:ext uri="{FF2B5EF4-FFF2-40B4-BE49-F238E27FC236}">
                <a16:creationId xmlns:a16="http://schemas.microsoft.com/office/drawing/2014/main" id="{AFD533CA-52FA-C047-1A46-099B90431C38}"/>
              </a:ext>
            </a:extLst>
          </p:cNvPr>
          <p:cNvSpPr>
            <a:spLocks noGrp="1"/>
          </p:cNvSpPr>
          <p:nvPr>
            <p:ph type="body" sz="quarter" idx="10" hasCustomPrompt="1"/>
          </p:nvPr>
        </p:nvSpPr>
        <p:spPr>
          <a:xfrm>
            <a:off x="925975" y="2654763"/>
            <a:ext cx="4818456" cy="2799553"/>
          </a:xfrm>
          <a:prstGeom prst="rect">
            <a:avLst/>
          </a:prstGeom>
        </p:spPr>
        <p:txBody>
          <a:bodyPr lIns="0" tIns="0" rIns="0" bIns="0"/>
          <a:lstStyle>
            <a:lvl1pPr indent="0" algn="r">
              <a:lnSpc>
                <a:spcPct val="100000"/>
              </a:lnSpc>
              <a:buNone/>
              <a:defRPr sz="1470" b="0" i="0">
                <a:solidFill>
                  <a:srgbClr val="003348"/>
                </a:solidFill>
                <a:latin typeface="Futura PT Book" panose="020B0502020204020303" pitchFamily="34" charset="77"/>
              </a:defRPr>
            </a:lvl1pPr>
            <a:lvl2pPr indent="0" algn="r">
              <a:lnSpc>
                <a:spcPct val="100000"/>
              </a:lnSpc>
              <a:buNone/>
              <a:defRPr sz="1470">
                <a:solidFill>
                  <a:srgbClr val="003348"/>
                </a:solidFill>
                <a:latin typeface="Futura PT Book Italic" panose="020B0502020204090303" pitchFamily="34" charset="77"/>
              </a:defRPr>
            </a:lvl2pPr>
            <a:lvl3pPr indent="0" algn="r">
              <a:lnSpc>
                <a:spcPct val="100000"/>
              </a:lnSpc>
              <a:buNone/>
              <a:defRPr sz="1470">
                <a:solidFill>
                  <a:srgbClr val="003348"/>
                </a:solidFill>
                <a:latin typeface="Futura PT Book Italic" panose="020B0502020204090303" pitchFamily="34" charset="77"/>
              </a:defRPr>
            </a:lvl3pPr>
            <a:lvl4pPr indent="0" algn="r">
              <a:lnSpc>
                <a:spcPct val="100000"/>
              </a:lnSpc>
              <a:buNone/>
              <a:defRPr sz="1470">
                <a:solidFill>
                  <a:srgbClr val="003348"/>
                </a:solidFill>
                <a:latin typeface="Futura PT Book Italic" panose="020B0502020204090303" pitchFamily="34" charset="77"/>
              </a:defRPr>
            </a:lvl4pPr>
            <a:lvl5pPr indent="0" algn="r">
              <a:lnSpc>
                <a:spcPct val="100000"/>
              </a:lnSpc>
              <a:buNone/>
              <a:defRPr sz="1470">
                <a:solidFill>
                  <a:srgbClr val="003348"/>
                </a:solidFill>
                <a:latin typeface="Futura PT Book Italic" panose="020B0502020204090303" pitchFamily="34" charset="77"/>
              </a:defRPr>
            </a:lvl5pPr>
          </a:lstStyle>
          <a:p>
            <a:pPr lvl="0"/>
            <a:r>
              <a:rPr lang="en-US" dirty="0"/>
              <a:t>text</a:t>
            </a:r>
            <a:endParaRPr lang="en-LB" dirty="0"/>
          </a:p>
        </p:txBody>
      </p:sp>
      <p:sp>
        <p:nvSpPr>
          <p:cNvPr id="11" name="body_2">
            <a:extLst>
              <a:ext uri="{FF2B5EF4-FFF2-40B4-BE49-F238E27FC236}">
                <a16:creationId xmlns:a16="http://schemas.microsoft.com/office/drawing/2014/main" id="{8DDE49B8-25F2-7CC5-E8A3-83935CEE88D3}"/>
              </a:ext>
            </a:extLst>
          </p:cNvPr>
          <p:cNvSpPr>
            <a:spLocks noGrp="1"/>
          </p:cNvSpPr>
          <p:nvPr>
            <p:ph type="body" sz="quarter" idx="11" hasCustomPrompt="1"/>
          </p:nvPr>
        </p:nvSpPr>
        <p:spPr>
          <a:xfrm>
            <a:off x="6444459" y="2654763"/>
            <a:ext cx="4818456" cy="2799553"/>
          </a:xfrm>
          <a:prstGeom prst="rect">
            <a:avLst/>
          </a:prstGeom>
        </p:spPr>
        <p:txBody>
          <a:bodyPr lIns="0" tIns="0" rIns="0" bIns="0"/>
          <a:lstStyle>
            <a:lvl1pPr marL="0" indent="0" algn="l">
              <a:lnSpc>
                <a:spcPct val="100000"/>
              </a:lnSpc>
              <a:spcBef>
                <a:spcPts val="0"/>
              </a:spcBef>
              <a:buNone/>
              <a:defRPr sz="1470" b="0" i="0">
                <a:solidFill>
                  <a:schemeClr val="bg1"/>
                </a:solidFill>
                <a:latin typeface="Futura PT Book" panose="020B0502020204020303" pitchFamily="34" charset="77"/>
              </a:defRPr>
            </a:lvl1pPr>
            <a:lvl2pPr indent="0" algn="r">
              <a:lnSpc>
                <a:spcPct val="100000"/>
              </a:lnSpc>
              <a:buNone/>
              <a:defRPr sz="1470">
                <a:solidFill>
                  <a:srgbClr val="003348"/>
                </a:solidFill>
                <a:latin typeface="Futura PT Book Italic" panose="020B0502020204090303" pitchFamily="34" charset="77"/>
              </a:defRPr>
            </a:lvl2pPr>
            <a:lvl3pPr indent="0" algn="r">
              <a:lnSpc>
                <a:spcPct val="100000"/>
              </a:lnSpc>
              <a:buNone/>
              <a:defRPr sz="1470">
                <a:solidFill>
                  <a:srgbClr val="003348"/>
                </a:solidFill>
                <a:latin typeface="Futura PT Book Italic" panose="020B0502020204090303" pitchFamily="34" charset="77"/>
              </a:defRPr>
            </a:lvl3pPr>
            <a:lvl4pPr indent="0" algn="r">
              <a:lnSpc>
                <a:spcPct val="100000"/>
              </a:lnSpc>
              <a:buNone/>
              <a:defRPr sz="1470">
                <a:solidFill>
                  <a:srgbClr val="003348"/>
                </a:solidFill>
                <a:latin typeface="Futura PT Book Italic" panose="020B0502020204090303" pitchFamily="34" charset="77"/>
              </a:defRPr>
            </a:lvl4pPr>
            <a:lvl5pPr indent="0" algn="r">
              <a:lnSpc>
                <a:spcPct val="100000"/>
              </a:lnSpc>
              <a:buNone/>
              <a:defRPr sz="1470">
                <a:solidFill>
                  <a:srgbClr val="003348"/>
                </a:solidFill>
                <a:latin typeface="Futura PT Book Italic" panose="020B0502020204090303" pitchFamily="34" charset="77"/>
              </a:defRPr>
            </a:lvl5pPr>
          </a:lstStyle>
          <a:p>
            <a:pPr lvl="0"/>
            <a:r>
              <a:rPr lang="en-US" dirty="0"/>
              <a:t>text</a:t>
            </a:r>
            <a:endParaRPr lang="en-LB" dirty="0"/>
          </a:p>
        </p:txBody>
      </p:sp>
    </p:spTree>
    <p:extLst>
      <p:ext uri="{BB962C8B-B14F-4D97-AF65-F5344CB8AC3E}">
        <p14:creationId xmlns:p14="http://schemas.microsoft.com/office/powerpoint/2010/main" val="12140524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bg1"/>
        </a:solidFill>
        <a:effectLst/>
      </p:bgPr>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3AD8EBFD-446A-600D-B2D2-69BB0D0FEC72}"/>
              </a:ext>
            </a:extLst>
          </p:cNvPr>
          <p:cNvSpPr>
            <a:spLocks noGrp="1"/>
          </p:cNvSpPr>
          <p:nvPr>
            <p:ph type="body" sz="quarter" idx="10" hasCustomPrompt="1"/>
          </p:nvPr>
        </p:nvSpPr>
        <p:spPr>
          <a:xfrm>
            <a:off x="7283450" y="3049587"/>
            <a:ext cx="3439094" cy="276571"/>
          </a:xfrm>
          <a:prstGeom prst="rect">
            <a:avLst/>
          </a:prstGeom>
        </p:spPr>
        <p:txBody>
          <a:bodyPr lIns="0" tIns="0" rIns="0" bIns="0"/>
          <a:lstStyle>
            <a:lvl1pPr marL="0" indent="0">
              <a:lnSpc>
                <a:spcPct val="100000"/>
              </a:lnSpc>
              <a:spcBef>
                <a:spcPts val="0"/>
              </a:spcBef>
              <a:buNone/>
              <a:defRPr sz="1870" b="0" i="0">
                <a:solidFill>
                  <a:schemeClr val="bg1"/>
                </a:solidFill>
                <a:latin typeface="Futura PT Book" panose="020B0502020204020303" pitchFamily="34" charset="77"/>
              </a:defRPr>
            </a:lvl1pPr>
            <a:lvl2pPr>
              <a:buNone/>
              <a:defRPr sz="1870">
                <a:latin typeface="Futura PT Book Italic" panose="020B0502020204090303" pitchFamily="34" charset="77"/>
              </a:defRPr>
            </a:lvl2pPr>
            <a:lvl3pPr>
              <a:buNone/>
              <a:defRPr sz="1870">
                <a:latin typeface="Futura PT Book Italic" panose="020B0502020204090303" pitchFamily="34" charset="77"/>
              </a:defRPr>
            </a:lvl3pPr>
            <a:lvl4pPr>
              <a:buNone/>
              <a:defRPr sz="1870">
                <a:latin typeface="Futura PT Book Italic" panose="020B0502020204090303" pitchFamily="34" charset="77"/>
              </a:defRPr>
            </a:lvl4pPr>
            <a:lvl5pPr>
              <a:buNone/>
              <a:defRPr sz="1870">
                <a:latin typeface="Futura PT Book Italic" panose="020B0502020204090303" pitchFamily="34" charset="77"/>
              </a:defRPr>
            </a:lvl5pPr>
          </a:lstStyle>
          <a:p>
            <a:pPr lvl="0"/>
            <a:r>
              <a:rPr lang="en-US" dirty="0"/>
              <a:t>NAME</a:t>
            </a:r>
            <a:endParaRPr lang="en-LB" dirty="0"/>
          </a:p>
        </p:txBody>
      </p:sp>
      <p:sp>
        <p:nvSpPr>
          <p:cNvPr id="20" name="subtitle">
            <a:extLst>
              <a:ext uri="{FF2B5EF4-FFF2-40B4-BE49-F238E27FC236}">
                <a16:creationId xmlns:a16="http://schemas.microsoft.com/office/drawing/2014/main" id="{0436C149-6C3A-BB09-7AD6-1666D3618997}"/>
              </a:ext>
            </a:extLst>
          </p:cNvPr>
          <p:cNvSpPr>
            <a:spLocks noGrp="1"/>
          </p:cNvSpPr>
          <p:nvPr>
            <p:ph type="body" sz="quarter" idx="11" hasCustomPrompt="1"/>
          </p:nvPr>
        </p:nvSpPr>
        <p:spPr>
          <a:xfrm>
            <a:off x="7283450" y="3345063"/>
            <a:ext cx="3438525" cy="186780"/>
          </a:xfrm>
          <a:prstGeom prst="rect">
            <a:avLst/>
          </a:prstGeom>
        </p:spPr>
        <p:txBody>
          <a:bodyPr lIns="0" tIns="0" rIns="0" bIns="0"/>
          <a:lstStyle>
            <a:lvl1pPr marL="0" indent="0">
              <a:spcBef>
                <a:spcPts val="0"/>
              </a:spcBef>
              <a:buNone/>
              <a:defRPr sz="1200" b="0" i="0">
                <a:solidFill>
                  <a:schemeClr val="bg1"/>
                </a:solidFill>
                <a:latin typeface="Futura PT Book" panose="020B0502020204020303" pitchFamily="34" charset="77"/>
              </a:defRPr>
            </a:lvl1pPr>
            <a:lvl2pPr indent="0">
              <a:buNone/>
              <a:defRPr sz="1200">
                <a:latin typeface="Futura PT Book Italic" panose="020B0502020204090303" pitchFamily="34" charset="77"/>
              </a:defRPr>
            </a:lvl2pPr>
            <a:lvl3pPr indent="0">
              <a:buNone/>
              <a:defRPr sz="1200">
                <a:latin typeface="Futura PT Book Italic" panose="020B0502020204090303" pitchFamily="34" charset="77"/>
              </a:defRPr>
            </a:lvl3pPr>
            <a:lvl4pPr indent="0">
              <a:buNone/>
              <a:defRPr sz="1200">
                <a:latin typeface="Futura PT Book Italic" panose="020B0502020204090303" pitchFamily="34" charset="77"/>
              </a:defRPr>
            </a:lvl4pPr>
            <a:lvl5pPr indent="0">
              <a:buNone/>
              <a:defRPr sz="1200">
                <a:latin typeface="Futura PT Book Italic" panose="020B0502020204090303" pitchFamily="34" charset="77"/>
              </a:defRPr>
            </a:lvl5pPr>
          </a:lstStyle>
          <a:p>
            <a:pPr lvl="0"/>
            <a:r>
              <a:rPr lang="en-US" dirty="0"/>
              <a:t>POSITION</a:t>
            </a:r>
            <a:endParaRPr lang="en-LB" dirty="0"/>
          </a:p>
        </p:txBody>
      </p:sp>
      <p:sp>
        <p:nvSpPr>
          <p:cNvPr id="23" name="body_1">
            <a:extLst>
              <a:ext uri="{FF2B5EF4-FFF2-40B4-BE49-F238E27FC236}">
                <a16:creationId xmlns:a16="http://schemas.microsoft.com/office/drawing/2014/main" id="{6F4B3942-5D13-2FBB-9110-8E454F366E69}"/>
              </a:ext>
            </a:extLst>
          </p:cNvPr>
          <p:cNvSpPr>
            <a:spLocks noGrp="1"/>
          </p:cNvSpPr>
          <p:nvPr>
            <p:ph type="body" sz="quarter" idx="12" hasCustomPrompt="1"/>
          </p:nvPr>
        </p:nvSpPr>
        <p:spPr>
          <a:xfrm>
            <a:off x="7736719" y="3705168"/>
            <a:ext cx="2985255" cy="204787"/>
          </a:xfrm>
          <a:prstGeom prst="rect">
            <a:avLst/>
          </a:prstGeom>
        </p:spPr>
        <p:txBody>
          <a:bodyPr lIns="0" tIns="0" rIns="0" bIns="0"/>
          <a:lstStyle>
            <a:lvl1pPr marL="0" indent="0">
              <a:lnSpc>
                <a:spcPct val="100000"/>
              </a:lnSpc>
              <a:spcBef>
                <a:spcPts val="0"/>
              </a:spcBef>
              <a:buNone/>
              <a:defRPr sz="1330" b="0" i="0">
                <a:solidFill>
                  <a:schemeClr val="bg1"/>
                </a:solidFill>
                <a:latin typeface="Futura PT Book" panose="020B0502020204020303" pitchFamily="34" charset="77"/>
              </a:defRPr>
            </a:lvl1pPr>
            <a:lvl2pPr indent="0">
              <a:lnSpc>
                <a:spcPct val="100000"/>
              </a:lnSpc>
              <a:buNone/>
              <a:defRPr sz="1330">
                <a:latin typeface="Futura PT Book Italic" panose="020B0502020204090303" pitchFamily="34" charset="77"/>
              </a:defRPr>
            </a:lvl2pPr>
            <a:lvl3pPr indent="0">
              <a:lnSpc>
                <a:spcPct val="100000"/>
              </a:lnSpc>
              <a:buNone/>
              <a:defRPr sz="1330">
                <a:latin typeface="Futura PT Book Italic" panose="020B0502020204090303" pitchFamily="34" charset="77"/>
              </a:defRPr>
            </a:lvl3pPr>
            <a:lvl4pPr indent="0">
              <a:lnSpc>
                <a:spcPct val="100000"/>
              </a:lnSpc>
              <a:buNone/>
              <a:defRPr sz="1330">
                <a:latin typeface="Futura PT Book Italic" panose="020B0502020204090303" pitchFamily="34" charset="77"/>
              </a:defRPr>
            </a:lvl4pPr>
            <a:lvl5pPr indent="0">
              <a:lnSpc>
                <a:spcPct val="100000"/>
              </a:lnSpc>
              <a:buNone/>
              <a:defRPr sz="1330">
                <a:latin typeface="Futura PT Book Italic" panose="020B0502020204090303" pitchFamily="34" charset="77"/>
              </a:defRPr>
            </a:lvl5pPr>
          </a:lstStyle>
          <a:p>
            <a:pPr lvl="0"/>
            <a:r>
              <a:rPr lang="en-US" dirty="0"/>
              <a:t>email</a:t>
            </a:r>
            <a:endParaRPr lang="en-LB" dirty="0"/>
          </a:p>
        </p:txBody>
      </p:sp>
      <p:sp>
        <p:nvSpPr>
          <p:cNvPr id="25" name="body_2">
            <a:extLst>
              <a:ext uri="{FF2B5EF4-FFF2-40B4-BE49-F238E27FC236}">
                <a16:creationId xmlns:a16="http://schemas.microsoft.com/office/drawing/2014/main" id="{E63ECD83-890C-772E-E30C-40E05A4B13FD}"/>
              </a:ext>
            </a:extLst>
          </p:cNvPr>
          <p:cNvSpPr>
            <a:spLocks noGrp="1"/>
          </p:cNvSpPr>
          <p:nvPr>
            <p:ph type="body" sz="quarter" idx="13" hasCustomPrompt="1"/>
          </p:nvPr>
        </p:nvSpPr>
        <p:spPr>
          <a:xfrm>
            <a:off x="7736719" y="4022563"/>
            <a:ext cx="2985255" cy="204787"/>
          </a:xfrm>
          <a:prstGeom prst="rect">
            <a:avLst/>
          </a:prstGeom>
        </p:spPr>
        <p:txBody>
          <a:bodyPr lIns="0" tIns="0" rIns="0" bIns="0"/>
          <a:lstStyle>
            <a:lvl1pPr marL="0" indent="0">
              <a:lnSpc>
                <a:spcPct val="100000"/>
              </a:lnSpc>
              <a:spcBef>
                <a:spcPts val="0"/>
              </a:spcBef>
              <a:buNone/>
              <a:defRPr sz="1330" b="0" i="0">
                <a:solidFill>
                  <a:schemeClr val="bg1"/>
                </a:solidFill>
                <a:latin typeface="Futura PT Book" panose="020B0502020204020303" pitchFamily="34" charset="77"/>
              </a:defRPr>
            </a:lvl1pPr>
            <a:lvl2pPr indent="0">
              <a:lnSpc>
                <a:spcPct val="100000"/>
              </a:lnSpc>
              <a:buNone/>
              <a:defRPr sz="1330">
                <a:latin typeface="Futura PT Book Italic" panose="020B0502020204090303" pitchFamily="34" charset="77"/>
              </a:defRPr>
            </a:lvl2pPr>
            <a:lvl3pPr indent="0">
              <a:lnSpc>
                <a:spcPct val="100000"/>
              </a:lnSpc>
              <a:buNone/>
              <a:defRPr sz="1330">
                <a:latin typeface="Futura PT Book Italic" panose="020B0502020204090303" pitchFamily="34" charset="77"/>
              </a:defRPr>
            </a:lvl3pPr>
            <a:lvl4pPr indent="0">
              <a:lnSpc>
                <a:spcPct val="100000"/>
              </a:lnSpc>
              <a:buNone/>
              <a:defRPr sz="1330">
                <a:latin typeface="Futura PT Book Italic" panose="020B0502020204090303" pitchFamily="34" charset="77"/>
              </a:defRPr>
            </a:lvl4pPr>
            <a:lvl5pPr indent="0">
              <a:lnSpc>
                <a:spcPct val="100000"/>
              </a:lnSpc>
              <a:buNone/>
              <a:defRPr sz="1330">
                <a:latin typeface="Futura PT Book Italic" panose="020B0502020204090303" pitchFamily="34" charset="77"/>
              </a:defRPr>
            </a:lvl5pPr>
          </a:lstStyle>
          <a:p>
            <a:pPr lvl="0"/>
            <a:r>
              <a:rPr lang="en-US" dirty="0"/>
              <a:t>Phone number</a:t>
            </a:r>
            <a:endParaRPr lang="en-LB" dirty="0"/>
          </a:p>
        </p:txBody>
      </p:sp>
    </p:spTree>
    <p:extLst>
      <p:ext uri="{BB962C8B-B14F-4D97-AF65-F5344CB8AC3E}">
        <p14:creationId xmlns:p14="http://schemas.microsoft.com/office/powerpoint/2010/main" val="25337567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18225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17362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ive_categories">
    <p:bg>
      <p:bgPr>
        <a:solidFill>
          <a:schemeClr val="bg1"/>
        </a:solidFill>
        <a:effectLst/>
      </p:bgPr>
    </p:bg>
    <p:spTree>
      <p:nvGrpSpPr>
        <p:cNvPr id="1" name=""/>
        <p:cNvGrpSpPr/>
        <p:nvPr/>
      </p:nvGrpSpPr>
      <p:grpSpPr>
        <a:xfrm>
          <a:off x="0" y="0"/>
          <a:ext cx="0" cy="0"/>
          <a:chOff x="0" y="0"/>
          <a:chExt cx="0" cy="0"/>
        </a:xfrm>
      </p:grpSpPr>
      <p:sp>
        <p:nvSpPr>
          <p:cNvPr id="60" name="image_2">
            <a:extLst>
              <a:ext uri="{FF2B5EF4-FFF2-40B4-BE49-F238E27FC236}">
                <a16:creationId xmlns:a16="http://schemas.microsoft.com/office/drawing/2014/main" id="{830280B5-BB43-DFB6-1BB1-66F56DABB231}"/>
              </a:ext>
            </a:extLst>
          </p:cNvPr>
          <p:cNvSpPr>
            <a:spLocks noGrp="1"/>
          </p:cNvSpPr>
          <p:nvPr>
            <p:ph type="pic" sz="quarter" idx="11"/>
          </p:nvPr>
        </p:nvSpPr>
        <p:spPr>
          <a:xfrm>
            <a:off x="2800139" y="1168400"/>
            <a:ext cx="1887838" cy="3306763"/>
          </a:xfrm>
          <a:prstGeom prst="rect">
            <a:avLst/>
          </a:prstGeom>
        </p:spPr>
        <p:txBody>
          <a:bodyPr/>
          <a:lstStyle/>
          <a:p>
            <a:endParaRPr lang="en-LB"/>
          </a:p>
        </p:txBody>
      </p:sp>
      <p:sp>
        <p:nvSpPr>
          <p:cNvPr id="61" name="image_3">
            <a:extLst>
              <a:ext uri="{FF2B5EF4-FFF2-40B4-BE49-F238E27FC236}">
                <a16:creationId xmlns:a16="http://schemas.microsoft.com/office/drawing/2014/main" id="{DBBB1970-E354-1B2E-C20F-FE8ECB3300D7}"/>
              </a:ext>
            </a:extLst>
          </p:cNvPr>
          <p:cNvSpPr>
            <a:spLocks noGrp="1"/>
          </p:cNvSpPr>
          <p:nvPr>
            <p:ph type="pic" sz="quarter" idx="12"/>
          </p:nvPr>
        </p:nvSpPr>
        <p:spPr>
          <a:xfrm>
            <a:off x="5147976" y="1168400"/>
            <a:ext cx="1887838" cy="3306763"/>
          </a:xfrm>
          <a:prstGeom prst="rect">
            <a:avLst/>
          </a:prstGeom>
        </p:spPr>
        <p:txBody>
          <a:bodyPr/>
          <a:lstStyle/>
          <a:p>
            <a:endParaRPr lang="en-LB"/>
          </a:p>
        </p:txBody>
      </p:sp>
      <p:sp>
        <p:nvSpPr>
          <p:cNvPr id="62" name="image_4">
            <a:extLst>
              <a:ext uri="{FF2B5EF4-FFF2-40B4-BE49-F238E27FC236}">
                <a16:creationId xmlns:a16="http://schemas.microsoft.com/office/drawing/2014/main" id="{64A1B7EF-4414-D5DC-54ED-4EA381045218}"/>
              </a:ext>
            </a:extLst>
          </p:cNvPr>
          <p:cNvSpPr>
            <a:spLocks noGrp="1"/>
          </p:cNvSpPr>
          <p:nvPr>
            <p:ph type="pic" sz="quarter" idx="13"/>
          </p:nvPr>
        </p:nvSpPr>
        <p:spPr>
          <a:xfrm>
            <a:off x="7495814" y="1168400"/>
            <a:ext cx="1887838" cy="3306763"/>
          </a:xfrm>
          <a:prstGeom prst="rect">
            <a:avLst/>
          </a:prstGeom>
        </p:spPr>
        <p:txBody>
          <a:bodyPr/>
          <a:lstStyle/>
          <a:p>
            <a:endParaRPr lang="en-LB"/>
          </a:p>
        </p:txBody>
      </p:sp>
      <p:sp>
        <p:nvSpPr>
          <p:cNvPr id="59" name="image_1">
            <a:extLst>
              <a:ext uri="{FF2B5EF4-FFF2-40B4-BE49-F238E27FC236}">
                <a16:creationId xmlns:a16="http://schemas.microsoft.com/office/drawing/2014/main" id="{6124DB64-4AC0-096E-471E-52B7CD0C01BF}"/>
              </a:ext>
            </a:extLst>
          </p:cNvPr>
          <p:cNvSpPr>
            <a:spLocks noGrp="1"/>
          </p:cNvSpPr>
          <p:nvPr>
            <p:ph type="pic" sz="quarter" idx="10"/>
          </p:nvPr>
        </p:nvSpPr>
        <p:spPr>
          <a:xfrm>
            <a:off x="452301" y="1168400"/>
            <a:ext cx="1887838" cy="3306763"/>
          </a:xfrm>
          <a:prstGeom prst="rect">
            <a:avLst/>
          </a:prstGeom>
        </p:spPr>
        <p:txBody>
          <a:bodyPr/>
          <a:lstStyle/>
          <a:p>
            <a:endParaRPr lang="en-LB"/>
          </a:p>
        </p:txBody>
      </p:sp>
      <p:sp>
        <p:nvSpPr>
          <p:cNvPr id="63" name="image_5">
            <a:extLst>
              <a:ext uri="{FF2B5EF4-FFF2-40B4-BE49-F238E27FC236}">
                <a16:creationId xmlns:a16="http://schemas.microsoft.com/office/drawing/2014/main" id="{9F04A22F-B1DF-4A6D-86DC-CC0F4B4EF4CF}"/>
              </a:ext>
            </a:extLst>
          </p:cNvPr>
          <p:cNvSpPr>
            <a:spLocks noGrp="1"/>
          </p:cNvSpPr>
          <p:nvPr>
            <p:ph type="pic" sz="quarter" idx="14"/>
          </p:nvPr>
        </p:nvSpPr>
        <p:spPr>
          <a:xfrm>
            <a:off x="9843651" y="1168400"/>
            <a:ext cx="1887838" cy="3306763"/>
          </a:xfrm>
          <a:prstGeom prst="rect">
            <a:avLst/>
          </a:prstGeom>
        </p:spPr>
        <p:txBody>
          <a:bodyPr/>
          <a:lstStyle/>
          <a:p>
            <a:endParaRPr lang="en-LB"/>
          </a:p>
        </p:txBody>
      </p:sp>
      <p:sp>
        <p:nvSpPr>
          <p:cNvPr id="2" name="title">
            <a:extLst>
              <a:ext uri="{FF2B5EF4-FFF2-40B4-BE49-F238E27FC236}">
                <a16:creationId xmlns:a16="http://schemas.microsoft.com/office/drawing/2014/main" id="{CBD96AC2-E072-AE3F-C10E-A6203258E709}"/>
              </a:ext>
            </a:extLst>
          </p:cNvPr>
          <p:cNvSpPr>
            <a:spLocks noGrp="1"/>
          </p:cNvSpPr>
          <p:nvPr>
            <p:ph type="title" hasCustomPrompt="1"/>
          </p:nvPr>
        </p:nvSpPr>
        <p:spPr>
          <a:xfrm>
            <a:off x="452301" y="440561"/>
            <a:ext cx="11279188" cy="352829"/>
          </a:xfrm>
          <a:prstGeom prst="rect">
            <a:avLst/>
          </a:prstGeom>
        </p:spPr>
        <p:txBody>
          <a:bodyPr lIns="0" tIns="0" rIns="0" bIns="0"/>
          <a:lstStyle>
            <a:lvl1pPr>
              <a:defRPr sz="2800" b="1" i="0">
                <a:solidFill>
                  <a:srgbClr val="003348"/>
                </a:solidFill>
                <a:latin typeface="Futura PT Bold" panose="020B0502020204020303" pitchFamily="34" charset="77"/>
              </a:defRPr>
            </a:lvl1pPr>
          </a:lstStyle>
          <a:p>
            <a:r>
              <a:rPr lang="en-US" dirty="0"/>
              <a:t>TITLE</a:t>
            </a:r>
          </a:p>
        </p:txBody>
      </p:sp>
      <p:sp>
        <p:nvSpPr>
          <p:cNvPr id="3" name="category_1">
            <a:extLst>
              <a:ext uri="{FF2B5EF4-FFF2-40B4-BE49-F238E27FC236}">
                <a16:creationId xmlns:a16="http://schemas.microsoft.com/office/drawing/2014/main" id="{60823F25-827F-0AC6-EFE0-4088C223D6E3}"/>
              </a:ext>
            </a:extLst>
          </p:cNvPr>
          <p:cNvSpPr>
            <a:spLocks noGrp="1"/>
          </p:cNvSpPr>
          <p:nvPr>
            <p:ph type="body" sz="quarter" idx="16" hasCustomPrompt="1"/>
          </p:nvPr>
        </p:nvSpPr>
        <p:spPr>
          <a:xfrm>
            <a:off x="611615" y="4400069"/>
            <a:ext cx="1569210"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4" name="body_1">
            <a:extLst>
              <a:ext uri="{FF2B5EF4-FFF2-40B4-BE49-F238E27FC236}">
                <a16:creationId xmlns:a16="http://schemas.microsoft.com/office/drawing/2014/main" id="{1DEF0680-F508-A01D-D67F-003D0DAA9B61}"/>
              </a:ext>
            </a:extLst>
          </p:cNvPr>
          <p:cNvSpPr>
            <a:spLocks noGrp="1"/>
          </p:cNvSpPr>
          <p:nvPr>
            <p:ph type="body" sz="quarter" idx="28" hasCustomPrompt="1"/>
          </p:nvPr>
        </p:nvSpPr>
        <p:spPr>
          <a:xfrm>
            <a:off x="611615" y="4670412"/>
            <a:ext cx="1569210"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6" name="category_2">
            <a:extLst>
              <a:ext uri="{FF2B5EF4-FFF2-40B4-BE49-F238E27FC236}">
                <a16:creationId xmlns:a16="http://schemas.microsoft.com/office/drawing/2014/main" id="{F523EC5D-A459-9050-82FD-41B0366A8283}"/>
              </a:ext>
            </a:extLst>
          </p:cNvPr>
          <p:cNvSpPr>
            <a:spLocks noGrp="1"/>
          </p:cNvSpPr>
          <p:nvPr>
            <p:ph type="body" sz="quarter" idx="29" hasCustomPrompt="1"/>
          </p:nvPr>
        </p:nvSpPr>
        <p:spPr>
          <a:xfrm>
            <a:off x="2959453" y="4400069"/>
            <a:ext cx="1569210"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7" name="body_2">
            <a:extLst>
              <a:ext uri="{FF2B5EF4-FFF2-40B4-BE49-F238E27FC236}">
                <a16:creationId xmlns:a16="http://schemas.microsoft.com/office/drawing/2014/main" id="{40A7589A-6DC8-57A7-27E7-36275094C68C}"/>
              </a:ext>
            </a:extLst>
          </p:cNvPr>
          <p:cNvSpPr>
            <a:spLocks noGrp="1"/>
          </p:cNvSpPr>
          <p:nvPr>
            <p:ph type="body" sz="quarter" idx="30" hasCustomPrompt="1"/>
          </p:nvPr>
        </p:nvSpPr>
        <p:spPr>
          <a:xfrm>
            <a:off x="2959453" y="4670412"/>
            <a:ext cx="1569210"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8" name="category_3">
            <a:extLst>
              <a:ext uri="{FF2B5EF4-FFF2-40B4-BE49-F238E27FC236}">
                <a16:creationId xmlns:a16="http://schemas.microsoft.com/office/drawing/2014/main" id="{7FEB5584-1F39-91B3-356D-64940FB52A57}"/>
              </a:ext>
            </a:extLst>
          </p:cNvPr>
          <p:cNvSpPr>
            <a:spLocks noGrp="1"/>
          </p:cNvSpPr>
          <p:nvPr>
            <p:ph type="body" sz="quarter" idx="31" hasCustomPrompt="1"/>
          </p:nvPr>
        </p:nvSpPr>
        <p:spPr>
          <a:xfrm>
            <a:off x="5307290" y="4400069"/>
            <a:ext cx="1569210"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9" name="body_3">
            <a:extLst>
              <a:ext uri="{FF2B5EF4-FFF2-40B4-BE49-F238E27FC236}">
                <a16:creationId xmlns:a16="http://schemas.microsoft.com/office/drawing/2014/main" id="{C5CDE66D-7A83-BF1B-0AFF-2C7B441E363F}"/>
              </a:ext>
            </a:extLst>
          </p:cNvPr>
          <p:cNvSpPr>
            <a:spLocks noGrp="1"/>
          </p:cNvSpPr>
          <p:nvPr>
            <p:ph type="body" sz="quarter" idx="32" hasCustomPrompt="1"/>
          </p:nvPr>
        </p:nvSpPr>
        <p:spPr>
          <a:xfrm>
            <a:off x="5307290" y="4670412"/>
            <a:ext cx="1569210"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10" name="category_4">
            <a:extLst>
              <a:ext uri="{FF2B5EF4-FFF2-40B4-BE49-F238E27FC236}">
                <a16:creationId xmlns:a16="http://schemas.microsoft.com/office/drawing/2014/main" id="{B26ED86D-0ED6-6CAF-239C-C9FF5C7FA1EE}"/>
              </a:ext>
            </a:extLst>
          </p:cNvPr>
          <p:cNvSpPr>
            <a:spLocks noGrp="1"/>
          </p:cNvSpPr>
          <p:nvPr>
            <p:ph type="body" sz="quarter" idx="33" hasCustomPrompt="1"/>
          </p:nvPr>
        </p:nvSpPr>
        <p:spPr>
          <a:xfrm>
            <a:off x="7655128" y="4400069"/>
            <a:ext cx="1569210"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11" name="body_4">
            <a:extLst>
              <a:ext uri="{FF2B5EF4-FFF2-40B4-BE49-F238E27FC236}">
                <a16:creationId xmlns:a16="http://schemas.microsoft.com/office/drawing/2014/main" id="{E8783788-D5FD-C4E5-DC47-F33FF51F2C84}"/>
              </a:ext>
            </a:extLst>
          </p:cNvPr>
          <p:cNvSpPr>
            <a:spLocks noGrp="1"/>
          </p:cNvSpPr>
          <p:nvPr>
            <p:ph type="body" sz="quarter" idx="34" hasCustomPrompt="1"/>
          </p:nvPr>
        </p:nvSpPr>
        <p:spPr>
          <a:xfrm>
            <a:off x="7655128" y="4670412"/>
            <a:ext cx="1569210"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
        <p:nvSpPr>
          <p:cNvPr id="65" name="category_5">
            <a:extLst>
              <a:ext uri="{FF2B5EF4-FFF2-40B4-BE49-F238E27FC236}">
                <a16:creationId xmlns:a16="http://schemas.microsoft.com/office/drawing/2014/main" id="{A9A0A28F-2CBD-4B04-AAAD-AC4225A25E0C}"/>
              </a:ext>
            </a:extLst>
          </p:cNvPr>
          <p:cNvSpPr>
            <a:spLocks noGrp="1"/>
          </p:cNvSpPr>
          <p:nvPr>
            <p:ph type="body" sz="quarter" idx="35" hasCustomPrompt="1"/>
          </p:nvPr>
        </p:nvSpPr>
        <p:spPr>
          <a:xfrm>
            <a:off x="10002965" y="4400069"/>
            <a:ext cx="1569210" cy="180038"/>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CATEGORY</a:t>
            </a:r>
          </a:p>
        </p:txBody>
      </p:sp>
      <p:sp>
        <p:nvSpPr>
          <p:cNvPr id="66" name="body_5">
            <a:extLst>
              <a:ext uri="{FF2B5EF4-FFF2-40B4-BE49-F238E27FC236}">
                <a16:creationId xmlns:a16="http://schemas.microsoft.com/office/drawing/2014/main" id="{5573D85C-F411-4246-B089-A04AE6183961}"/>
              </a:ext>
            </a:extLst>
          </p:cNvPr>
          <p:cNvSpPr>
            <a:spLocks noGrp="1"/>
          </p:cNvSpPr>
          <p:nvPr>
            <p:ph type="body" sz="quarter" idx="36" hasCustomPrompt="1"/>
          </p:nvPr>
        </p:nvSpPr>
        <p:spPr>
          <a:xfrm>
            <a:off x="10002965" y="4670412"/>
            <a:ext cx="1569210" cy="1231639"/>
          </a:xfrm>
          <a:prstGeom prst="rect">
            <a:avLst/>
          </a:prstGeom>
        </p:spPr>
        <p:txBody>
          <a:bodyPr lIns="0" tIns="0" rIns="0" bIns="0"/>
          <a:lstStyle>
            <a:lvl1pPr marL="0" indent="0" algn="ctr">
              <a:spcBef>
                <a:spcPts val="0"/>
              </a:spcBef>
              <a:buNone/>
              <a:defRPr sz="1470" b="0" i="0">
                <a:solidFill>
                  <a:schemeClr val="bg1"/>
                </a:solidFill>
                <a:latin typeface="Futura PT Book" panose="020B0502020204020303" pitchFamily="34" charset="77"/>
              </a:defRPr>
            </a:lvl1pPr>
            <a:lvl2pPr>
              <a:buNone/>
              <a:defRPr sz="1500" b="0" i="0">
                <a:solidFill>
                  <a:schemeClr val="bg1"/>
                </a:solidFill>
                <a:latin typeface="Futura PT Light" panose="020B0402020204020303" pitchFamily="34" charset="77"/>
              </a:defRPr>
            </a:lvl2pPr>
            <a:lvl3pPr>
              <a:buNone/>
              <a:defRPr sz="1500" b="0" i="0">
                <a:solidFill>
                  <a:schemeClr val="bg1"/>
                </a:solidFill>
                <a:latin typeface="Futura PT Light" panose="020B0402020204020303" pitchFamily="34" charset="77"/>
              </a:defRPr>
            </a:lvl3pPr>
            <a:lvl4pPr>
              <a:buNone/>
              <a:defRPr sz="1500" b="0" i="0">
                <a:solidFill>
                  <a:schemeClr val="bg1"/>
                </a:solidFill>
                <a:latin typeface="Futura PT Light" panose="020B0402020204020303" pitchFamily="34" charset="77"/>
              </a:defRPr>
            </a:lvl4pPr>
            <a:lvl5pPr>
              <a:buNone/>
              <a:defRPr sz="1500" b="0" i="0">
                <a:solidFill>
                  <a:schemeClr val="bg1"/>
                </a:solidFill>
                <a:latin typeface="Futura PT Light" panose="020B0402020204020303" pitchFamily="34" charset="77"/>
              </a:defRPr>
            </a:lvl5pPr>
          </a:lstStyle>
          <a:p>
            <a:pPr lvl="0"/>
            <a:r>
              <a:rPr lang="en-US" dirty="0"/>
              <a:t>Text</a:t>
            </a:r>
          </a:p>
        </p:txBody>
      </p:sp>
    </p:spTree>
    <p:extLst>
      <p:ext uri="{BB962C8B-B14F-4D97-AF65-F5344CB8AC3E}">
        <p14:creationId xmlns:p14="http://schemas.microsoft.com/office/powerpoint/2010/main" val="28668667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3826317"/>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710" r:id="rId3"/>
    <p:sldLayoutId id="2147483731" r:id="rId4"/>
    <p:sldLayoutId id="2147483732" r:id="rId5"/>
    <p:sldLayoutId id="2147483733" r:id="rId6"/>
    <p:sldLayoutId id="2147483711" r:id="rId7"/>
    <p:sldLayoutId id="2147483742" r:id="rId8"/>
    <p:sldLayoutId id="2147483712" r:id="rId9"/>
    <p:sldLayoutId id="2147483741" r:id="rId10"/>
    <p:sldLayoutId id="2147483714" r:id="rId11"/>
    <p:sldLayoutId id="2147483734" r:id="rId12"/>
    <p:sldLayoutId id="2147483735" r:id="rId13"/>
    <p:sldLayoutId id="2147483736" r:id="rId14"/>
    <p:sldLayoutId id="2147483715" r:id="rId15"/>
    <p:sldLayoutId id="2147483740" r:id="rId16"/>
    <p:sldLayoutId id="2147483716" r:id="rId17"/>
    <p:sldLayoutId id="2147483717" r:id="rId18"/>
    <p:sldLayoutId id="2147483737" r:id="rId19"/>
    <p:sldLayoutId id="2147483738" r:id="rId20"/>
    <p:sldLayoutId id="2147483718" r:id="rId21"/>
    <p:sldLayoutId id="2147483739" r:id="rId22"/>
    <p:sldLayoutId id="2147483719" r:id="rId23"/>
    <p:sldLayoutId id="2147483720" r:id="rId24"/>
    <p:sldLayoutId id="2147483721" r:id="rId25"/>
    <p:sldLayoutId id="2147483722" r:id="rId26"/>
    <p:sldLayoutId id="2147483723" r:id="rId27"/>
    <p:sldLayoutId id="2147483724" r:id="rId28"/>
    <p:sldLayoutId id="2147483725" r:id="rId29"/>
    <p:sldLayoutId id="2147483729" r:id="rId30"/>
    <p:sldLayoutId id="2147483727" r:id="rId31"/>
    <p:sldLayoutId id="2147483726" r:id="rId32"/>
    <p:sldLayoutId id="2147483728" r:id="rId33"/>
    <p:sldLayoutId id="2147483730" r:id="rId34"/>
    <p:sldLayoutId id="2147483743" r:id="rId35"/>
    <p:sldLayoutId id="2147483744" r:id="rId3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3.jpg"/><Relationship Id="rId7" Type="http://schemas.openxmlformats.org/officeDocument/2006/relationships/image" Target="../media/image30.jpg"/><Relationship Id="rId8" Type="http://schemas.openxmlformats.org/officeDocument/2006/relationships/image" Target="../media/image31.jpg"/><Relationship Id="rId9" Type="http://schemas.openxmlformats.org/officeDocument/2006/relationships/image" Target="../media/image3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3.png"/><Relationship Id="rId3" Type="http://schemas.openxmlformats.org/officeDocument/2006/relationships/image" Target="../media/image34.jpg"/><Relationship Id="rId4" Type="http://schemas.openxmlformats.org/officeDocument/2006/relationships/image" Target="../media/image35.jpg"/><Relationship Id="rId5" Type="http://schemas.openxmlformats.org/officeDocument/2006/relationships/image" Target="../media/image36.jpg"/><Relationship Id="rId6" Type="http://schemas.openxmlformats.org/officeDocument/2006/relationships/image" Target="../media/image37.jpg"/><Relationship Id="rId7" Type="http://schemas.openxmlformats.org/officeDocument/2006/relationships/image" Target="../media/image38.jpg"/><Relationship Id="rId8" Type="http://schemas.openxmlformats.org/officeDocument/2006/relationships/image" Target="../media/image39.jpg"/><Relationship Id="rId9" Type="http://schemas.openxmlformats.org/officeDocument/2006/relationships/image" Target="../media/image4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1.jpg"/><Relationship Id="rId3" Type="http://schemas.openxmlformats.org/officeDocument/2006/relationships/image" Target="../media/image42.jpg"/><Relationship Id="rId4" Type="http://schemas.openxmlformats.org/officeDocument/2006/relationships/image" Target="../media/image43.jpg"/><Relationship Id="rId5" Type="http://schemas.openxmlformats.org/officeDocument/2006/relationships/image" Target="../media/image44.jpg"/><Relationship Id="rId6" Type="http://schemas.openxmlformats.org/officeDocument/2006/relationships/image" Target="../media/image45.jpg"/><Relationship Id="rId7" Type="http://schemas.openxmlformats.org/officeDocument/2006/relationships/image" Target="../media/image46.jpg"/><Relationship Id="rId8" Type="http://schemas.openxmlformats.org/officeDocument/2006/relationships/image" Target="../media/image47.jpg"/><Relationship Id="rId9" Type="http://schemas.openxmlformats.org/officeDocument/2006/relationships/image" Target="../media/image4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9.jpg"/><Relationship Id="rId3" Type="http://schemas.openxmlformats.org/officeDocument/2006/relationships/image" Target="../media/image50.jpg"/><Relationship Id="rId4" Type="http://schemas.openxmlformats.org/officeDocument/2006/relationships/image" Target="../media/image51.jpg"/><Relationship Id="rId5" Type="http://schemas.openxmlformats.org/officeDocument/2006/relationships/image" Target="../media/image52.jpg"/><Relationship Id="rId6" Type="http://schemas.openxmlformats.org/officeDocument/2006/relationships/image" Target="../media/image53.jpg"/><Relationship Id="rId7" Type="http://schemas.openxmlformats.org/officeDocument/2006/relationships/image" Target="../media/image54.jpg"/><Relationship Id="rId8" Type="http://schemas.openxmlformats.org/officeDocument/2006/relationships/image" Target="../media/image55.jpg"/><Relationship Id="rId9" Type="http://schemas.openxmlformats.org/officeDocument/2006/relationships/image" Target="../media/image5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57.jpg"/><Relationship Id="rId3" Type="http://schemas.openxmlformats.org/officeDocument/2006/relationships/image" Target="../media/image58.jpg"/><Relationship Id="rId4" Type="http://schemas.openxmlformats.org/officeDocument/2006/relationships/image" Target="../media/image59.jpg"/><Relationship Id="rId5" Type="http://schemas.openxmlformats.org/officeDocument/2006/relationships/image" Target="../media/image60.jpg"/><Relationship Id="rId6" Type="http://schemas.openxmlformats.org/officeDocument/2006/relationships/image" Target="../media/image61.jpg"/><Relationship Id="rId7" Type="http://schemas.openxmlformats.org/officeDocument/2006/relationships/image" Target="../media/image62.jpg"/><Relationship Id="rId8" Type="http://schemas.openxmlformats.org/officeDocument/2006/relationships/image" Target="../media/image63.jpg"/><Relationship Id="rId9" Type="http://schemas.openxmlformats.org/officeDocument/2006/relationships/image" Target="../media/image6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3.png"/><Relationship Id="rId3" Type="http://schemas.openxmlformats.org/officeDocument/2006/relationships/image" Target="../media/image65.jpg"/><Relationship Id="rId4" Type="http://schemas.openxmlformats.org/officeDocument/2006/relationships/image" Target="../media/image66.jpg"/><Relationship Id="rId5" Type="http://schemas.openxmlformats.org/officeDocument/2006/relationships/image" Target="../media/image67.jpg"/><Relationship Id="rId6" Type="http://schemas.openxmlformats.org/officeDocument/2006/relationships/image" Target="../media/image68.jpg"/><Relationship Id="rId7" Type="http://schemas.openxmlformats.org/officeDocument/2006/relationships/image" Target="../media/image69.jpg"/><Relationship Id="rId8" Type="http://schemas.openxmlformats.org/officeDocument/2006/relationships/image" Target="../media/image70.jpg"/><Relationship Id="rId9" Type="http://schemas.openxmlformats.org/officeDocument/2006/relationships/image" Target="../media/image7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80.jpg"/><Relationship Id="rId3" Type="http://schemas.openxmlformats.org/officeDocument/2006/relationships/image" Target="../media/image81.jpg"/><Relationship Id="rId4" Type="http://schemas.openxmlformats.org/officeDocument/2006/relationships/image" Target="../media/image8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83.jpg"/><Relationship Id="rId3" Type="http://schemas.openxmlformats.org/officeDocument/2006/relationships/image" Target="../media/image84.jpg"/><Relationship Id="rId4" Type="http://schemas.openxmlformats.org/officeDocument/2006/relationships/image" Target="../media/image77.jpg"/><Relationship Id="rId5" Type="http://schemas.openxmlformats.org/officeDocument/2006/relationships/image" Target="../media/image8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33.png"/><Relationship Id="rId3" Type="http://schemas.openxmlformats.org/officeDocument/2006/relationships/image" Target="../media/image8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fixed_image">
            <a:extLst>
              <a:ext uri="{FF2B5EF4-FFF2-40B4-BE49-F238E27FC236}">
                <a16:creationId xmlns:a16="http://schemas.microsoft.com/office/drawing/2014/main" id="{352EBE04-358B-CA4E-55A3-64AEDAFBA6F4}"/>
              </a:ext>
            </a:extLst>
          </p:cNvPr>
          <p:cNvPicPr>
            <a:picLocks noChangeAspect="1"/>
          </p:cNvPicPr>
          <p:nvPr userDrawn="1"/>
        </p:nvPicPr>
        <p:blipFill>
          <a:blip r:embed="rId2"/>
          <a:srcRect/>
          <a:stretch/>
        </p:blipFill>
        <p:spPr>
          <a:xfrm>
            <a:off x="0" y="-1"/>
            <a:ext cx="12192000" cy="6857999"/>
          </a:xfrm>
          <a:prstGeom prst="rect">
            <a:avLst/>
          </a:prstGeom>
        </p:spPr>
      </p:pic>
      <p:sp>
        <p:nvSpPr>
          <p:cNvPr id="4" name="fixed_gradient">
            <a:extLst>
              <a:ext uri="{FF2B5EF4-FFF2-40B4-BE49-F238E27FC236}">
                <a16:creationId xmlns:a16="http://schemas.microsoft.com/office/drawing/2014/main" id="{B25E9D87-3665-FB38-B8F0-EB2F51FCAE97}"/>
              </a:ext>
            </a:extLst>
          </p:cNvPr>
          <p:cNvSpPr>
            <a:spLocks/>
          </p:cNvSpPr>
          <p:nvPr userDrawn="1"/>
        </p:nvSpPr>
        <p:spPr>
          <a:xfrm>
            <a:off x="0" y="1"/>
            <a:ext cx="12192000" cy="6857999"/>
          </a:xfrm>
          <a:prstGeom prst="rect">
            <a:avLst/>
          </a:prstGeom>
          <a:solidFill>
            <a:schemeClr val="tx1">
              <a:alpha val="2972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Futura PT Book" panose="020B0502020204020303" pitchFamily="34" charset="77"/>
            </a:endParaRPr>
          </a:p>
        </p:txBody>
      </p:sp>
      <p:sp>
        <p:nvSpPr>
          <p:cNvPr id="2" name="Text Placeholder 1"/>
          <p:cNvSpPr>
            <a:spLocks noGrp="1"/>
          </p:cNvSpPr>
          <p:nvPr>
            <p:ph type="body" idx="10" sz="quarter"/>
          </p:nvPr>
        </p:nvSpPr>
        <p:spPr/>
        <p:txBody>
          <a:bodyPr/>
          <a:lstStyle/>
          <a:p>
            <a:r>
              <a:t>Quinta do Vale Verde, Arrábida, by The Atrium.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t="13983" b="13983"/>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6E728C-EED7-4E46-8FC6-CF412FD2852B}"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Wake to cork oak and vineyard rows, thirty minutes from Lisbon. The asset will be developed as an integrated branded luxury destination, combining complementary hospitality and lifestyle components within the estate, one experience under The Atrium.</a:t>
            </a:r>
          </a:p>
        </p:txBody>
      </p:sp>
      <p:sp>
        <p:nvSpPr>
          <p:cNvPr id="4" name="Title 3"/>
          <p:cNvSpPr>
            <a:spLocks noGrp="1"/>
          </p:cNvSpPr>
          <p:nvPr>
            <p:ph type="title"/>
          </p:nvPr>
        </p:nvSpPr>
        <p:spPr/>
        <p:txBody>
          <a:bodyPr/>
          <a:lstStyle/>
          <a:p>
            <a:r>
              <a:t>The opening line</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t="14120" b="14120"/>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CCCDBFE-B244-4A1F-825C-DDD4428FC7CC}"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Quinta do Vale Verde is an Arrábida estate still being drawn, not delivered finished. Thirty minutes from Lisbon, it keeps guests, residents and neighbours at one table and in the same open air, whatever shape its villas, wellness and clubhouse take.</a:t>
            </a:r>
          </a:p>
        </p:txBody>
      </p:sp>
      <p:sp>
        <p:nvSpPr>
          <p:cNvPr id="4" name="Title 3"/>
          <p:cNvSpPr>
            <a:spLocks noGrp="1"/>
          </p:cNvSpPr>
          <p:nvPr>
            <p:ph type="title"/>
          </p:nvPr>
        </p:nvSpPr>
        <p:spPr/>
        <p:txBody>
          <a:bodyPr/>
          <a:lstStyle/>
          <a:p>
            <a:r>
              <a:t>Vision</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t="2054" b="2054"/>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2C3D5DF-AAE1-4634-974C-844B95FB4CC3}"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To make the proposed villas, wellness space and clubhouse work as one plan, not three ventures, the estate would run under a single brand and one operating standard for every guest, owner and member. For Larkfield, new to hospitality, that means one system, not three.</a:t>
            </a:r>
          </a:p>
        </p:txBody>
      </p:sp>
      <p:sp>
        <p:nvSpPr>
          <p:cNvPr id="4" name="Title 3"/>
          <p:cNvSpPr>
            <a:spLocks noGrp="1"/>
          </p:cNvSpPr>
          <p:nvPr>
            <p:ph type="title"/>
          </p:nvPr>
        </p:nvSpPr>
        <p:spPr/>
        <p:txBody>
          <a:bodyPr/>
          <a:lstStyle/>
          <a:p>
            <a:r>
              <a:t>Mission</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l="2452" r="2452"/>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2A24A0-075C-4DBA-B598-7C3EF2A2C794}"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A gate, then vineyard rows, then a villa door standing open. Twenty-five villas proposed alongside twenty-eight suites, one estate meant to be sold, filled and run under a single brand and a single operating model.</a:t>
            </a:r>
          </a:p>
        </p:txBody>
      </p:sp>
      <p:sp>
        <p:nvSpPr>
          <p:cNvPr id="4" name="Title 3"/>
          <p:cNvSpPr>
            <a:spLocks noGrp="1"/>
          </p:cNvSpPr>
          <p:nvPr>
            <p:ph type="title"/>
          </p:nvPr>
        </p:nvSpPr>
        <p:spPr/>
        <p:txBody>
          <a:bodyPr/>
          <a:lstStyle/>
          <a:p>
            <a:r>
              <a:t>Residences &amp; villas</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7" sz="quarter"/>
          </p:nvPr>
        </p:nvPicPr>
        <p:blipFill>
          <a:blip r:embed="rId9"/>
          <a:srcRect l="14392" r="14392"/>
          <a:stretch>
            <a:fillRect/>
          </a:stretch>
        </p:blipFill>
        <p:spPr/>
      </p:pic>
      <p:pic>
        <p:nvPicPr>
          <p:cNvPr id="3" name="Picture Placeholder 2" descr="image.jpg"/>
          <p:cNvPicPr>
            <a:picLocks noGrp="1" noChangeAspect="1"/>
          </p:cNvPicPr>
          <p:nvPr>
            <p:ph type="pic" idx="15" sz="quarter"/>
          </p:nvPr>
        </p:nvPicPr>
        <p:blipFill>
          <a:blip r:embed="rId7"/>
          <a:srcRect t="21450" b="21450"/>
          <a:stretch>
            <a:fillRect/>
          </a:stretch>
        </p:blipFill>
        <p:spPr/>
      </p:pic>
      <p:pic>
        <p:nvPicPr>
          <p:cNvPr id="4" name="Picture Placeholder 3" descr="image.jpg"/>
          <p:cNvPicPr>
            <a:picLocks noGrp="1" noChangeAspect="1"/>
          </p:cNvPicPr>
          <p:nvPr>
            <p:ph type="pic" idx="13" sz="quarter"/>
          </p:nvPr>
        </p:nvPicPr>
        <p:blipFill>
          <a:blip r:embed="rId5"/>
          <a:srcRect t="2786" b="2786"/>
          <a:stretch>
            <a:fillRect/>
          </a:stretch>
        </p:blipFill>
        <p:spPr/>
      </p:pic>
      <p:pic>
        <p:nvPicPr>
          <p:cNvPr id="5" name="Picture Placeholder 4" descr="image.jpg"/>
          <p:cNvPicPr>
            <a:picLocks noGrp="1" noChangeAspect="1"/>
          </p:cNvPicPr>
          <p:nvPr>
            <p:ph type="pic" idx="11" sz="quarter"/>
          </p:nvPr>
        </p:nvPicPr>
        <p:blipFill>
          <a:blip r:embed="rId3"/>
          <a:srcRect l="10996" r="10996"/>
          <a:stretch>
            <a:fillRect/>
          </a:stretch>
        </p:blipFill>
        <p:spPr/>
      </p:pic>
      <p:pic>
        <p:nvPicPr>
          <p:cNvPr id="6" name="Picture Placeholder 5" descr="image.jpg"/>
          <p:cNvPicPr>
            <a:picLocks noGrp="1" noChangeAspect="1"/>
          </p:cNvPicPr>
          <p:nvPr>
            <p:ph type="pic" idx="16" sz="quarter"/>
          </p:nvPr>
        </p:nvPicPr>
        <p:blipFill>
          <a:blip r:embed="rId8"/>
          <a:srcRect t="3945" b="3945"/>
          <a:stretch>
            <a:fillRect/>
          </a:stretch>
        </p:blipFill>
        <p:spPr/>
      </p:pic>
      <p:pic>
        <p:nvPicPr>
          <p:cNvPr id="7" name="Picture Placeholder 6" descr="image.jpg"/>
          <p:cNvPicPr>
            <a:picLocks noGrp="1" noChangeAspect="1"/>
          </p:cNvPicPr>
          <p:nvPr>
            <p:ph type="pic" idx="14" sz="quarter"/>
          </p:nvPr>
        </p:nvPicPr>
        <p:blipFill>
          <a:blip r:embed="rId6"/>
          <a:srcRect t="7048" b="7048"/>
          <a:stretch>
            <a:fillRect/>
          </a:stretch>
        </p:blipFill>
        <p:spPr/>
      </p:pic>
      <p:pic>
        <p:nvPicPr>
          <p:cNvPr id="8" name="Picture Placeholder 7" descr="image.jpg"/>
          <p:cNvPicPr>
            <a:picLocks noGrp="1" noChangeAspect="1"/>
          </p:cNvPicPr>
          <p:nvPr>
            <p:ph type="pic" idx="12" sz="quarter"/>
          </p:nvPr>
        </p:nvPicPr>
        <p:blipFill>
          <a:blip r:embed="rId4"/>
          <a:srcRect l="4588" r="4588"/>
          <a:stretch>
            <a:fillRect/>
          </a:stretch>
        </p:blipFill>
        <p:spPr/>
      </p:pic>
      <p:pic>
        <p:nvPicPr>
          <p:cNvPr id="9" name="Picture Placeholder 8" descr="image.jpg"/>
          <p:cNvPicPr>
            <a:picLocks noGrp="1" noChangeAspect="1"/>
          </p:cNvPicPr>
          <p:nvPr>
            <p:ph type="pic" idx="10" sz="quarter"/>
          </p:nvPr>
        </p:nvPicPr>
        <p:blipFill>
          <a:blip r:embed="rId2"/>
          <a:srcRect l="9652" r="9652"/>
          <a:stretch>
            <a:fillRect/>
          </a:stretch>
        </p:blipFill>
        <p:spPr/>
      </p:pic>
      <p:sp>
        <p:nvSpPr>
          <p:cNvPr id="10" name="Title 9"/>
          <p:cNvSpPr>
            <a:spLocks noGrp="1"/>
          </p:cNvSpPr>
          <p:nvPr>
            <p:ph type="title"/>
          </p:nvPr>
        </p:nvSpPr>
        <p:spPr/>
        <p:txBody>
          <a:bodyPr/>
          <a:lstStyle/>
          <a:p>
            <a:r>
              <a:t>Lobby &amp; Common Areas</a:t>
            </a:r>
          </a:p>
        </p:txBody>
      </p:sp>
      <p:sp>
        <p:nvSpPr>
          <p:cNvPr id="11" name="number">
            <a:extLst>
              <a:ext uri="{FF2B5EF4-FFF2-40B4-BE49-F238E27FC236}">
                <a16:creationId xmlns:a16="http://schemas.microsoft.com/office/drawing/2014/main" id="{C4BD61B4-6570-C62F-4FF6-E1A9A68D9734}"/>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B245E04-F2E7-45A2-86FF-9F101600616A}"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12" name="fixed_dash">
            <a:extLst>
              <a:ext uri="{FF2B5EF4-FFF2-40B4-BE49-F238E27FC236}">
                <a16:creationId xmlns:a16="http://schemas.microsoft.com/office/drawing/2014/main" id="{47F49CAC-B552-7BED-A81E-53FB94B4634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grpSp>
        <p:nvGrpSpPr>
          <p:cNvPr id="13" name="fixed_footer">
            <a:extLst>
              <a:ext uri="{FF2B5EF4-FFF2-40B4-BE49-F238E27FC236}">
                <a16:creationId xmlns:a16="http://schemas.microsoft.com/office/drawing/2014/main" id="{9B049806-3597-9316-5481-097BAF40F8F4}"/>
              </a:ext>
            </a:extLst>
          </p:cNvPr>
          <p:cNvGrpSpPr/>
          <p:nvPr userDrawn="1"/>
        </p:nvGrpSpPr>
        <p:grpSpPr>
          <a:xfrm>
            <a:off x="187634" y="6505818"/>
            <a:ext cx="3476221" cy="283493"/>
            <a:chOff x="187634" y="6505818"/>
            <a:chExt cx="3476221" cy="283493"/>
          </a:xfrm>
        </p:grpSpPr>
        <p:cxnSp>
          <p:nvCxnSpPr>
            <p:cNvPr id="14" name="fixed_dash">
              <a:extLst>
                <a:ext uri="{FF2B5EF4-FFF2-40B4-BE49-F238E27FC236}">
                  <a16:creationId xmlns:a16="http://schemas.microsoft.com/office/drawing/2014/main" id="{4D0A66EA-5DE7-C8DA-91AF-1510840217FF}"/>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7" sz="quarter"/>
          </p:nvPr>
        </p:nvPicPr>
        <p:blipFill>
          <a:blip r:embed="rId9"/>
          <a:srcRect l="18363" r="18363"/>
          <a:stretch>
            <a:fillRect/>
          </a:stretch>
        </p:blipFill>
        <p:spPr/>
      </p:pic>
      <p:pic>
        <p:nvPicPr>
          <p:cNvPr id="3" name="Picture Placeholder 2" descr="image.jpg"/>
          <p:cNvPicPr>
            <a:picLocks noGrp="1" noChangeAspect="1"/>
          </p:cNvPicPr>
          <p:nvPr>
            <p:ph type="pic" idx="15" sz="quarter"/>
          </p:nvPr>
        </p:nvPicPr>
        <p:blipFill>
          <a:blip r:embed="rId7"/>
          <a:srcRect l="10601" r="10601"/>
          <a:stretch>
            <a:fillRect/>
          </a:stretch>
        </p:blipFill>
        <p:spPr/>
      </p:pic>
      <p:pic>
        <p:nvPicPr>
          <p:cNvPr id="4" name="Picture Placeholder 3" descr="image.jpg"/>
          <p:cNvPicPr>
            <a:picLocks noGrp="1" noChangeAspect="1"/>
          </p:cNvPicPr>
          <p:nvPr>
            <p:ph type="pic" idx="13" sz="quarter"/>
          </p:nvPr>
        </p:nvPicPr>
        <p:blipFill>
          <a:blip r:embed="rId5"/>
          <a:srcRect l="18199" r="18199"/>
          <a:stretch>
            <a:fillRect/>
          </a:stretch>
        </p:blipFill>
        <p:spPr/>
      </p:pic>
      <p:pic>
        <p:nvPicPr>
          <p:cNvPr id="5" name="Picture Placeholder 4" descr="image.jpg"/>
          <p:cNvPicPr>
            <a:picLocks noGrp="1" noChangeAspect="1"/>
          </p:cNvPicPr>
          <p:nvPr>
            <p:ph type="pic" idx="11" sz="quarter"/>
          </p:nvPr>
        </p:nvPicPr>
        <p:blipFill>
          <a:blip r:embed="rId3"/>
          <a:srcRect l="14671" r="14671"/>
          <a:stretch>
            <a:fillRect/>
          </a:stretch>
        </p:blipFill>
        <p:spPr/>
      </p:pic>
      <p:pic>
        <p:nvPicPr>
          <p:cNvPr id="6" name="Picture Placeholder 5" descr="image.jpg"/>
          <p:cNvPicPr>
            <a:picLocks noGrp="1" noChangeAspect="1"/>
          </p:cNvPicPr>
          <p:nvPr>
            <p:ph type="pic" idx="16" sz="quarter"/>
          </p:nvPr>
        </p:nvPicPr>
        <p:blipFill>
          <a:blip r:embed="rId8"/>
          <a:srcRect t="875" b="875"/>
          <a:stretch>
            <a:fillRect/>
          </a:stretch>
        </p:blipFill>
        <p:spPr/>
      </p:pic>
      <p:pic>
        <p:nvPicPr>
          <p:cNvPr id="7" name="Picture Placeholder 6" descr="image.jpg"/>
          <p:cNvPicPr>
            <a:picLocks noGrp="1" noChangeAspect="1"/>
          </p:cNvPicPr>
          <p:nvPr>
            <p:ph type="pic" idx="14" sz="quarter"/>
          </p:nvPr>
        </p:nvPicPr>
        <p:blipFill>
          <a:blip r:embed="rId6"/>
          <a:srcRect l="9469" r="9469"/>
          <a:stretch>
            <a:fillRect/>
          </a:stretch>
        </p:blipFill>
        <p:spPr/>
      </p:pic>
      <p:pic>
        <p:nvPicPr>
          <p:cNvPr id="8" name="Picture Placeholder 7" descr="image.jpg"/>
          <p:cNvPicPr>
            <a:picLocks noGrp="1" noChangeAspect="1"/>
          </p:cNvPicPr>
          <p:nvPr>
            <p:ph type="pic" idx="12" sz="quarter"/>
          </p:nvPr>
        </p:nvPicPr>
        <p:blipFill>
          <a:blip r:embed="rId4"/>
          <a:srcRect l="12287" r="12287"/>
          <a:stretch>
            <a:fillRect/>
          </a:stretch>
        </p:blipFill>
        <p:spPr/>
      </p:pic>
      <p:pic>
        <p:nvPicPr>
          <p:cNvPr id="9" name="Picture Placeholder 8" descr="image.png"/>
          <p:cNvPicPr>
            <a:picLocks noGrp="1" noChangeAspect="1"/>
          </p:cNvPicPr>
          <p:nvPr>
            <p:ph type="pic" idx="10" sz="quarter"/>
          </p:nvPr>
        </p:nvPicPr>
        <p:blipFill>
          <a:blip r:embed="rId2"/>
          <a:srcRect l="8716" r="8716"/>
          <a:stretch>
            <a:fillRect/>
          </a:stretch>
        </p:blipFill>
        <p:spPr/>
      </p:pic>
      <p:sp>
        <p:nvSpPr>
          <p:cNvPr id="10" name="Title 9"/>
          <p:cNvSpPr>
            <a:spLocks noGrp="1"/>
          </p:cNvSpPr>
          <p:nvPr>
            <p:ph type="title"/>
          </p:nvPr>
        </p:nvSpPr>
        <p:spPr/>
        <p:txBody>
          <a:bodyPr/>
          <a:lstStyle/>
          <a:p>
            <a:r>
              <a:t>Rooms &amp; Suites</a:t>
            </a:r>
          </a:p>
        </p:txBody>
      </p:sp>
      <p:sp>
        <p:nvSpPr>
          <p:cNvPr id="11" name="number">
            <a:extLst>
              <a:ext uri="{FF2B5EF4-FFF2-40B4-BE49-F238E27FC236}">
                <a16:creationId xmlns:a16="http://schemas.microsoft.com/office/drawing/2014/main" id="{C4BD61B4-6570-C62F-4FF6-E1A9A68D9734}"/>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0FD2CEA-802B-4DF5-90EB-31C225DF1700}"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12" name="fixed_dash">
            <a:extLst>
              <a:ext uri="{FF2B5EF4-FFF2-40B4-BE49-F238E27FC236}">
                <a16:creationId xmlns:a16="http://schemas.microsoft.com/office/drawing/2014/main" id="{47F49CAC-B552-7BED-A81E-53FB94B4634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grpSp>
        <p:nvGrpSpPr>
          <p:cNvPr id="13" name="fixed_footer">
            <a:extLst>
              <a:ext uri="{FF2B5EF4-FFF2-40B4-BE49-F238E27FC236}">
                <a16:creationId xmlns:a16="http://schemas.microsoft.com/office/drawing/2014/main" id="{9B049806-3597-9316-5481-097BAF40F8F4}"/>
              </a:ext>
            </a:extLst>
          </p:cNvPr>
          <p:cNvGrpSpPr/>
          <p:nvPr userDrawn="1"/>
        </p:nvGrpSpPr>
        <p:grpSpPr>
          <a:xfrm>
            <a:off x="187634" y="6505818"/>
            <a:ext cx="3476221" cy="283493"/>
            <a:chOff x="187634" y="6505818"/>
            <a:chExt cx="3476221" cy="283493"/>
          </a:xfrm>
        </p:grpSpPr>
        <p:cxnSp>
          <p:nvCxnSpPr>
            <p:cNvPr id="14" name="fixed_dash">
              <a:extLst>
                <a:ext uri="{FF2B5EF4-FFF2-40B4-BE49-F238E27FC236}">
                  <a16:creationId xmlns:a16="http://schemas.microsoft.com/office/drawing/2014/main" id="{4D0A66EA-5DE7-C8DA-91AF-1510840217FF}"/>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7" sz="quarter"/>
          </p:nvPr>
        </p:nvPicPr>
        <p:blipFill>
          <a:blip r:embed="rId9"/>
          <a:srcRect t="6119" b="6119"/>
          <a:stretch>
            <a:fillRect/>
          </a:stretch>
        </p:blipFill>
        <p:spPr/>
      </p:pic>
      <p:pic>
        <p:nvPicPr>
          <p:cNvPr id="3" name="Picture Placeholder 2" descr="image.jpg"/>
          <p:cNvPicPr>
            <a:picLocks noGrp="1" noChangeAspect="1"/>
          </p:cNvPicPr>
          <p:nvPr>
            <p:ph type="pic" idx="15" sz="quarter"/>
          </p:nvPr>
        </p:nvPicPr>
        <p:blipFill>
          <a:blip r:embed="rId7"/>
          <a:srcRect l="17185" r="17185"/>
          <a:stretch>
            <a:fillRect/>
          </a:stretch>
        </p:blipFill>
        <p:spPr/>
      </p:pic>
      <p:pic>
        <p:nvPicPr>
          <p:cNvPr id="4" name="Picture Placeholder 3" descr="image.jpg"/>
          <p:cNvPicPr>
            <a:picLocks noGrp="1" noChangeAspect="1"/>
          </p:cNvPicPr>
          <p:nvPr>
            <p:ph type="pic" idx="13" sz="quarter"/>
          </p:nvPr>
        </p:nvPicPr>
        <p:blipFill>
          <a:blip r:embed="rId5"/>
          <a:srcRect t="15026" b="15026"/>
          <a:stretch>
            <a:fillRect/>
          </a:stretch>
        </p:blipFill>
        <p:spPr/>
      </p:pic>
      <p:pic>
        <p:nvPicPr>
          <p:cNvPr id="5" name="Picture Placeholder 4" descr="image.jpg"/>
          <p:cNvPicPr>
            <a:picLocks noGrp="1" noChangeAspect="1"/>
          </p:cNvPicPr>
          <p:nvPr>
            <p:ph type="pic" idx="11" sz="quarter"/>
          </p:nvPr>
        </p:nvPicPr>
        <p:blipFill>
          <a:blip r:embed="rId3"/>
          <a:srcRect t="21496" b="21496"/>
          <a:stretch>
            <a:fillRect/>
          </a:stretch>
        </p:blipFill>
        <p:spPr/>
      </p:pic>
      <p:pic>
        <p:nvPicPr>
          <p:cNvPr id="6" name="Picture Placeholder 5" descr="image.jpg"/>
          <p:cNvPicPr>
            <a:picLocks noGrp="1" noChangeAspect="1"/>
          </p:cNvPicPr>
          <p:nvPr>
            <p:ph type="pic" idx="16" sz="quarter"/>
          </p:nvPr>
        </p:nvPicPr>
        <p:blipFill>
          <a:blip r:embed="rId8"/>
          <a:srcRect t="9025" b="9025"/>
          <a:stretch>
            <a:fillRect/>
          </a:stretch>
        </p:blipFill>
        <p:spPr/>
      </p:pic>
      <p:pic>
        <p:nvPicPr>
          <p:cNvPr id="7" name="Picture Placeholder 6" descr="image.jpg"/>
          <p:cNvPicPr>
            <a:picLocks noGrp="1" noChangeAspect="1"/>
          </p:cNvPicPr>
          <p:nvPr>
            <p:ph type="pic" idx="14" sz="quarter"/>
          </p:nvPr>
        </p:nvPicPr>
        <p:blipFill>
          <a:blip r:embed="rId6"/>
          <a:srcRect t="14998" b="14998"/>
          <a:stretch>
            <a:fillRect/>
          </a:stretch>
        </p:blipFill>
        <p:spPr/>
      </p:pic>
      <p:pic>
        <p:nvPicPr>
          <p:cNvPr id="8" name="Picture Placeholder 7" descr="image.jpg"/>
          <p:cNvPicPr>
            <a:picLocks noGrp="1" noChangeAspect="1"/>
          </p:cNvPicPr>
          <p:nvPr>
            <p:ph type="pic" idx="12" sz="quarter"/>
          </p:nvPr>
        </p:nvPicPr>
        <p:blipFill>
          <a:blip r:embed="rId4"/>
          <a:srcRect l="7589" r="7589"/>
          <a:stretch>
            <a:fillRect/>
          </a:stretch>
        </p:blipFill>
        <p:spPr/>
      </p:pic>
      <p:pic>
        <p:nvPicPr>
          <p:cNvPr id="9" name="Picture Placeholder 8" descr="image.jpg"/>
          <p:cNvPicPr>
            <a:picLocks noGrp="1" noChangeAspect="1"/>
          </p:cNvPicPr>
          <p:nvPr>
            <p:ph type="pic" idx="10" sz="quarter"/>
          </p:nvPr>
        </p:nvPicPr>
        <p:blipFill>
          <a:blip r:embed="rId2"/>
          <a:srcRect t="19694" b="19694"/>
          <a:stretch>
            <a:fillRect/>
          </a:stretch>
        </p:blipFill>
        <p:spPr/>
      </p:pic>
      <p:sp>
        <p:nvSpPr>
          <p:cNvPr id="10" name="Title 9"/>
          <p:cNvSpPr>
            <a:spLocks noGrp="1"/>
          </p:cNvSpPr>
          <p:nvPr>
            <p:ph type="title"/>
          </p:nvPr>
        </p:nvSpPr>
        <p:spPr/>
        <p:txBody>
          <a:bodyPr/>
          <a:lstStyle/>
          <a:p>
            <a:r>
              <a:t>F&amp;B Areas</a:t>
            </a:r>
          </a:p>
        </p:txBody>
      </p:sp>
      <p:sp>
        <p:nvSpPr>
          <p:cNvPr id="11" name="number">
            <a:extLst>
              <a:ext uri="{FF2B5EF4-FFF2-40B4-BE49-F238E27FC236}">
                <a16:creationId xmlns:a16="http://schemas.microsoft.com/office/drawing/2014/main" id="{C4BD61B4-6570-C62F-4FF6-E1A9A68D9734}"/>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D45CB21-61DD-486E-B50B-80F441DA3371}"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12" name="fixed_dash">
            <a:extLst>
              <a:ext uri="{FF2B5EF4-FFF2-40B4-BE49-F238E27FC236}">
                <a16:creationId xmlns:a16="http://schemas.microsoft.com/office/drawing/2014/main" id="{47F49CAC-B552-7BED-A81E-53FB94B4634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grpSp>
        <p:nvGrpSpPr>
          <p:cNvPr id="13" name="fixed_footer">
            <a:extLst>
              <a:ext uri="{FF2B5EF4-FFF2-40B4-BE49-F238E27FC236}">
                <a16:creationId xmlns:a16="http://schemas.microsoft.com/office/drawing/2014/main" id="{9B049806-3597-9316-5481-097BAF40F8F4}"/>
              </a:ext>
            </a:extLst>
          </p:cNvPr>
          <p:cNvGrpSpPr/>
          <p:nvPr userDrawn="1"/>
        </p:nvGrpSpPr>
        <p:grpSpPr>
          <a:xfrm>
            <a:off x="187634" y="6505818"/>
            <a:ext cx="3476221" cy="283493"/>
            <a:chOff x="187634" y="6505818"/>
            <a:chExt cx="3476221" cy="283493"/>
          </a:xfrm>
        </p:grpSpPr>
        <p:cxnSp>
          <p:nvCxnSpPr>
            <p:cNvPr id="14" name="fixed_dash">
              <a:extLst>
                <a:ext uri="{FF2B5EF4-FFF2-40B4-BE49-F238E27FC236}">
                  <a16:creationId xmlns:a16="http://schemas.microsoft.com/office/drawing/2014/main" id="{4D0A66EA-5DE7-C8DA-91AF-1510840217FF}"/>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7" sz="quarter"/>
          </p:nvPr>
        </p:nvPicPr>
        <p:blipFill>
          <a:blip r:embed="rId9"/>
          <a:srcRect l="14538" r="14538"/>
          <a:stretch>
            <a:fillRect/>
          </a:stretch>
        </p:blipFill>
        <p:spPr/>
      </p:pic>
      <p:pic>
        <p:nvPicPr>
          <p:cNvPr id="3" name="Picture Placeholder 2" descr="image.jpg"/>
          <p:cNvPicPr>
            <a:picLocks noGrp="1" noChangeAspect="1"/>
          </p:cNvPicPr>
          <p:nvPr>
            <p:ph type="pic" idx="15" sz="quarter"/>
          </p:nvPr>
        </p:nvPicPr>
        <p:blipFill>
          <a:blip r:embed="rId7"/>
          <a:srcRect t="21438" b="21438"/>
          <a:stretch>
            <a:fillRect/>
          </a:stretch>
        </p:blipFill>
        <p:spPr/>
      </p:pic>
      <p:pic>
        <p:nvPicPr>
          <p:cNvPr id="4" name="Picture Placeholder 3" descr="image.jpg"/>
          <p:cNvPicPr>
            <a:picLocks noGrp="1" noChangeAspect="1"/>
          </p:cNvPicPr>
          <p:nvPr>
            <p:ph type="pic" idx="13" sz="quarter"/>
          </p:nvPr>
        </p:nvPicPr>
        <p:blipFill>
          <a:blip r:embed="rId5"/>
          <a:srcRect t="8021" b="8021"/>
          <a:stretch>
            <a:fillRect/>
          </a:stretch>
        </p:blipFill>
        <p:spPr/>
      </p:pic>
      <p:pic>
        <p:nvPicPr>
          <p:cNvPr id="5" name="Picture Placeholder 4" descr="image.jpg"/>
          <p:cNvPicPr>
            <a:picLocks noGrp="1" noChangeAspect="1"/>
          </p:cNvPicPr>
          <p:nvPr>
            <p:ph type="pic" idx="11" sz="quarter"/>
          </p:nvPr>
        </p:nvPicPr>
        <p:blipFill>
          <a:blip r:embed="rId3"/>
          <a:srcRect t="16822" b="16822"/>
          <a:stretch>
            <a:fillRect/>
          </a:stretch>
        </p:blipFill>
        <p:spPr/>
      </p:pic>
      <p:pic>
        <p:nvPicPr>
          <p:cNvPr id="6" name="Picture Placeholder 5" descr="image.jpg"/>
          <p:cNvPicPr>
            <a:picLocks noGrp="1" noChangeAspect="1"/>
          </p:cNvPicPr>
          <p:nvPr>
            <p:ph type="pic" idx="16" sz="quarter"/>
          </p:nvPr>
        </p:nvPicPr>
        <p:blipFill>
          <a:blip r:embed="rId8"/>
          <a:srcRect t="9042" b="9042"/>
          <a:stretch>
            <a:fillRect/>
          </a:stretch>
        </p:blipFill>
        <p:spPr/>
      </p:pic>
      <p:pic>
        <p:nvPicPr>
          <p:cNvPr id="7" name="Picture Placeholder 6" descr="image.jpg"/>
          <p:cNvPicPr>
            <a:picLocks noGrp="1" noChangeAspect="1"/>
          </p:cNvPicPr>
          <p:nvPr>
            <p:ph type="pic" idx="14" sz="quarter"/>
          </p:nvPr>
        </p:nvPicPr>
        <p:blipFill>
          <a:blip r:embed="rId6"/>
          <a:srcRect l="18298" r="18298"/>
          <a:stretch>
            <a:fillRect/>
          </a:stretch>
        </p:blipFill>
        <p:spPr/>
      </p:pic>
      <p:pic>
        <p:nvPicPr>
          <p:cNvPr id="8" name="Picture Placeholder 7" descr="image.jpg"/>
          <p:cNvPicPr>
            <a:picLocks noGrp="1" noChangeAspect="1"/>
          </p:cNvPicPr>
          <p:nvPr>
            <p:ph type="pic" idx="12" sz="quarter"/>
          </p:nvPr>
        </p:nvPicPr>
        <p:blipFill>
          <a:blip r:embed="rId4"/>
          <a:srcRect l="4654" r="4654"/>
          <a:stretch>
            <a:fillRect/>
          </a:stretch>
        </p:blipFill>
        <p:spPr/>
      </p:pic>
      <p:pic>
        <p:nvPicPr>
          <p:cNvPr id="9" name="Picture Placeholder 8" descr="image.jpg"/>
          <p:cNvPicPr>
            <a:picLocks noGrp="1" noChangeAspect="1"/>
          </p:cNvPicPr>
          <p:nvPr>
            <p:ph type="pic" idx="10" sz="quarter"/>
          </p:nvPr>
        </p:nvPicPr>
        <p:blipFill>
          <a:blip r:embed="rId2"/>
          <a:srcRect t="12982" b="12982"/>
          <a:stretch>
            <a:fillRect/>
          </a:stretch>
        </p:blipFill>
        <p:spPr/>
      </p:pic>
      <p:sp>
        <p:nvSpPr>
          <p:cNvPr id="10" name="Title 9"/>
          <p:cNvSpPr>
            <a:spLocks noGrp="1"/>
          </p:cNvSpPr>
          <p:nvPr>
            <p:ph type="title"/>
          </p:nvPr>
        </p:nvSpPr>
        <p:spPr/>
        <p:txBody>
          <a:bodyPr/>
          <a:lstStyle/>
          <a:p>
            <a:r>
              <a:t>Fitness &amp; Gym</a:t>
            </a:r>
          </a:p>
        </p:txBody>
      </p:sp>
      <p:sp>
        <p:nvSpPr>
          <p:cNvPr id="11" name="number">
            <a:extLst>
              <a:ext uri="{FF2B5EF4-FFF2-40B4-BE49-F238E27FC236}">
                <a16:creationId xmlns:a16="http://schemas.microsoft.com/office/drawing/2014/main" id="{C4BD61B4-6570-C62F-4FF6-E1A9A68D9734}"/>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B6DB3A9-9820-4BDC-A37B-AF5BA58CB664}"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12" name="fixed_dash">
            <a:extLst>
              <a:ext uri="{FF2B5EF4-FFF2-40B4-BE49-F238E27FC236}">
                <a16:creationId xmlns:a16="http://schemas.microsoft.com/office/drawing/2014/main" id="{47F49CAC-B552-7BED-A81E-53FB94B4634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grpSp>
        <p:nvGrpSpPr>
          <p:cNvPr id="13" name="fixed_footer">
            <a:extLst>
              <a:ext uri="{FF2B5EF4-FFF2-40B4-BE49-F238E27FC236}">
                <a16:creationId xmlns:a16="http://schemas.microsoft.com/office/drawing/2014/main" id="{9B049806-3597-9316-5481-097BAF40F8F4}"/>
              </a:ext>
            </a:extLst>
          </p:cNvPr>
          <p:cNvGrpSpPr/>
          <p:nvPr userDrawn="1"/>
        </p:nvGrpSpPr>
        <p:grpSpPr>
          <a:xfrm>
            <a:off x="187634" y="6505818"/>
            <a:ext cx="3476221" cy="283493"/>
            <a:chOff x="187634" y="6505818"/>
            <a:chExt cx="3476221" cy="283493"/>
          </a:xfrm>
        </p:grpSpPr>
        <p:cxnSp>
          <p:nvCxnSpPr>
            <p:cNvPr id="14" name="fixed_dash">
              <a:extLst>
                <a:ext uri="{FF2B5EF4-FFF2-40B4-BE49-F238E27FC236}">
                  <a16:creationId xmlns:a16="http://schemas.microsoft.com/office/drawing/2014/main" id="{4D0A66EA-5DE7-C8DA-91AF-1510840217FF}"/>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7" sz="quarter"/>
          </p:nvPr>
        </p:nvPicPr>
        <p:blipFill>
          <a:blip r:embed="rId9"/>
          <a:srcRect t="10494" b="10494"/>
          <a:stretch>
            <a:fillRect/>
          </a:stretch>
        </p:blipFill>
        <p:spPr/>
      </p:pic>
      <p:pic>
        <p:nvPicPr>
          <p:cNvPr id="3" name="Picture Placeholder 2" descr="image.jpg"/>
          <p:cNvPicPr>
            <a:picLocks noGrp="1" noChangeAspect="1"/>
          </p:cNvPicPr>
          <p:nvPr>
            <p:ph type="pic" idx="15" sz="quarter"/>
          </p:nvPr>
        </p:nvPicPr>
        <p:blipFill>
          <a:blip r:embed="rId7"/>
          <a:srcRect t="14065" b="14065"/>
          <a:stretch>
            <a:fillRect/>
          </a:stretch>
        </p:blipFill>
        <p:spPr/>
      </p:pic>
      <p:pic>
        <p:nvPicPr>
          <p:cNvPr id="4" name="Picture Placeholder 3" descr="image.jpg"/>
          <p:cNvPicPr>
            <a:picLocks noGrp="1" noChangeAspect="1"/>
          </p:cNvPicPr>
          <p:nvPr>
            <p:ph type="pic" idx="13" sz="quarter"/>
          </p:nvPr>
        </p:nvPicPr>
        <p:blipFill>
          <a:blip r:embed="rId5"/>
          <a:srcRect l="14268" r="14268"/>
          <a:stretch>
            <a:fillRect/>
          </a:stretch>
        </p:blipFill>
        <p:spPr/>
      </p:pic>
      <p:pic>
        <p:nvPicPr>
          <p:cNvPr id="5" name="Picture Placeholder 4" descr="image.jpg"/>
          <p:cNvPicPr>
            <a:picLocks noGrp="1" noChangeAspect="1"/>
          </p:cNvPicPr>
          <p:nvPr>
            <p:ph type="pic" idx="11" sz="quarter"/>
          </p:nvPr>
        </p:nvPicPr>
        <p:blipFill>
          <a:blip r:embed="rId3"/>
          <a:srcRect t="10196" b="10196"/>
          <a:stretch>
            <a:fillRect/>
          </a:stretch>
        </p:blipFill>
        <p:spPr/>
      </p:pic>
      <p:pic>
        <p:nvPicPr>
          <p:cNvPr id="6" name="Picture Placeholder 5" descr="image.jpg"/>
          <p:cNvPicPr>
            <a:picLocks noGrp="1" noChangeAspect="1"/>
          </p:cNvPicPr>
          <p:nvPr>
            <p:ph type="pic" idx="16" sz="quarter"/>
          </p:nvPr>
        </p:nvPicPr>
        <p:blipFill>
          <a:blip r:embed="rId8"/>
          <a:srcRect t="9062" b="9062"/>
          <a:stretch>
            <a:fillRect/>
          </a:stretch>
        </p:blipFill>
        <p:spPr/>
      </p:pic>
      <p:pic>
        <p:nvPicPr>
          <p:cNvPr id="7" name="Picture Placeholder 6" descr="image.jpg"/>
          <p:cNvPicPr>
            <a:picLocks noGrp="1" noChangeAspect="1"/>
          </p:cNvPicPr>
          <p:nvPr>
            <p:ph type="pic" idx="14" sz="quarter"/>
          </p:nvPr>
        </p:nvPicPr>
        <p:blipFill>
          <a:blip r:embed="rId6"/>
          <a:srcRect l="18224" r="18224"/>
          <a:stretch>
            <a:fillRect/>
          </a:stretch>
        </p:blipFill>
        <p:spPr/>
      </p:pic>
      <p:pic>
        <p:nvPicPr>
          <p:cNvPr id="8" name="Picture Placeholder 7" descr="image.jpg"/>
          <p:cNvPicPr>
            <a:picLocks noGrp="1" noChangeAspect="1"/>
          </p:cNvPicPr>
          <p:nvPr>
            <p:ph type="pic" idx="12" sz="quarter"/>
          </p:nvPr>
        </p:nvPicPr>
        <p:blipFill>
          <a:blip r:embed="rId4"/>
          <a:srcRect l="4670" r="4670"/>
          <a:stretch>
            <a:fillRect/>
          </a:stretch>
        </p:blipFill>
        <p:spPr/>
      </p:pic>
      <p:pic>
        <p:nvPicPr>
          <p:cNvPr id="9" name="Picture Placeholder 8" descr="image.jpg"/>
          <p:cNvPicPr>
            <a:picLocks noGrp="1" noChangeAspect="1"/>
          </p:cNvPicPr>
          <p:nvPr>
            <p:ph type="pic" idx="10" sz="quarter"/>
          </p:nvPr>
        </p:nvPicPr>
        <p:blipFill>
          <a:blip r:embed="rId2"/>
          <a:srcRect t="13666" b="13666"/>
          <a:stretch>
            <a:fillRect/>
          </a:stretch>
        </p:blipFill>
        <p:spPr/>
      </p:pic>
      <p:sp>
        <p:nvSpPr>
          <p:cNvPr id="10" name="Title 9"/>
          <p:cNvSpPr>
            <a:spLocks noGrp="1"/>
          </p:cNvSpPr>
          <p:nvPr>
            <p:ph type="title"/>
          </p:nvPr>
        </p:nvSpPr>
        <p:spPr/>
        <p:txBody>
          <a:bodyPr/>
          <a:lstStyle/>
          <a:p>
            <a:r>
              <a:t>Spa / Wellbeing</a:t>
            </a:r>
          </a:p>
        </p:txBody>
      </p:sp>
      <p:sp>
        <p:nvSpPr>
          <p:cNvPr id="11" name="number">
            <a:extLst>
              <a:ext uri="{FF2B5EF4-FFF2-40B4-BE49-F238E27FC236}">
                <a16:creationId xmlns:a16="http://schemas.microsoft.com/office/drawing/2014/main" id="{C4BD61B4-6570-C62F-4FF6-E1A9A68D9734}"/>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FF61F5C-3088-4FBD-A91A-8CED8B0E535A}"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12" name="fixed_dash">
            <a:extLst>
              <a:ext uri="{FF2B5EF4-FFF2-40B4-BE49-F238E27FC236}">
                <a16:creationId xmlns:a16="http://schemas.microsoft.com/office/drawing/2014/main" id="{47F49CAC-B552-7BED-A81E-53FB94B4634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grpSp>
        <p:nvGrpSpPr>
          <p:cNvPr id="13" name="fixed_footer">
            <a:extLst>
              <a:ext uri="{FF2B5EF4-FFF2-40B4-BE49-F238E27FC236}">
                <a16:creationId xmlns:a16="http://schemas.microsoft.com/office/drawing/2014/main" id="{9B049806-3597-9316-5481-097BAF40F8F4}"/>
              </a:ext>
            </a:extLst>
          </p:cNvPr>
          <p:cNvGrpSpPr/>
          <p:nvPr userDrawn="1"/>
        </p:nvGrpSpPr>
        <p:grpSpPr>
          <a:xfrm>
            <a:off x="187634" y="6505818"/>
            <a:ext cx="3476221" cy="283493"/>
            <a:chOff x="187634" y="6505818"/>
            <a:chExt cx="3476221" cy="283493"/>
          </a:xfrm>
        </p:grpSpPr>
        <p:cxnSp>
          <p:nvCxnSpPr>
            <p:cNvPr id="14" name="fixed_dash">
              <a:extLst>
                <a:ext uri="{FF2B5EF4-FFF2-40B4-BE49-F238E27FC236}">
                  <a16:creationId xmlns:a16="http://schemas.microsoft.com/office/drawing/2014/main" id="{4D0A66EA-5DE7-C8DA-91AF-1510840217FF}"/>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7" sz="quarter"/>
          </p:nvPr>
        </p:nvPicPr>
        <p:blipFill>
          <a:blip r:embed="rId9"/>
          <a:srcRect l="12792" r="12792"/>
          <a:stretch>
            <a:fillRect/>
          </a:stretch>
        </p:blipFill>
        <p:spPr/>
      </p:pic>
      <p:pic>
        <p:nvPicPr>
          <p:cNvPr id="3" name="Picture Placeholder 2" descr="image.jpg"/>
          <p:cNvPicPr>
            <a:picLocks noGrp="1" noChangeAspect="1"/>
          </p:cNvPicPr>
          <p:nvPr>
            <p:ph type="pic" idx="15" sz="quarter"/>
          </p:nvPr>
        </p:nvPicPr>
        <p:blipFill>
          <a:blip r:embed="rId7"/>
          <a:srcRect t="21515" b="21515"/>
          <a:stretch>
            <a:fillRect/>
          </a:stretch>
        </p:blipFill>
        <p:spPr/>
      </p:pic>
      <p:pic>
        <p:nvPicPr>
          <p:cNvPr id="4" name="Picture Placeholder 3" descr="image.jpg"/>
          <p:cNvPicPr>
            <a:picLocks noGrp="1" noChangeAspect="1"/>
          </p:cNvPicPr>
          <p:nvPr>
            <p:ph type="pic" idx="13" sz="quarter"/>
          </p:nvPr>
        </p:nvPicPr>
        <p:blipFill>
          <a:blip r:embed="rId5"/>
          <a:srcRect t="15017" b="15017"/>
          <a:stretch>
            <a:fillRect/>
          </a:stretch>
        </p:blipFill>
        <p:spPr/>
      </p:pic>
      <p:pic>
        <p:nvPicPr>
          <p:cNvPr id="5" name="Picture Placeholder 4" descr="image.jpg"/>
          <p:cNvPicPr>
            <a:picLocks noGrp="1" noChangeAspect="1"/>
          </p:cNvPicPr>
          <p:nvPr>
            <p:ph type="pic" idx="11" sz="quarter"/>
          </p:nvPr>
        </p:nvPicPr>
        <p:blipFill>
          <a:blip r:embed="rId3"/>
          <a:srcRect l="18439" r="18439"/>
          <a:stretch>
            <a:fillRect/>
          </a:stretch>
        </p:blipFill>
        <p:spPr/>
      </p:pic>
      <p:pic>
        <p:nvPicPr>
          <p:cNvPr id="6" name="Picture Placeholder 5" descr="image.jpg"/>
          <p:cNvPicPr>
            <a:picLocks noGrp="1" noChangeAspect="1"/>
          </p:cNvPicPr>
          <p:nvPr>
            <p:ph type="pic" idx="16" sz="quarter"/>
          </p:nvPr>
        </p:nvPicPr>
        <p:blipFill>
          <a:blip r:embed="rId8"/>
          <a:srcRect t="9081" b="9081"/>
          <a:stretch>
            <a:fillRect/>
          </a:stretch>
        </p:blipFill>
        <p:spPr/>
      </p:pic>
      <p:pic>
        <p:nvPicPr>
          <p:cNvPr id="7" name="Picture Placeholder 6" descr="image.jpg"/>
          <p:cNvPicPr>
            <a:picLocks noGrp="1" noChangeAspect="1"/>
          </p:cNvPicPr>
          <p:nvPr>
            <p:ph type="pic" idx="14" sz="quarter"/>
          </p:nvPr>
        </p:nvPicPr>
        <p:blipFill>
          <a:blip r:embed="rId6"/>
          <a:srcRect l="23262" r="23262"/>
          <a:stretch>
            <a:fillRect/>
          </a:stretch>
        </p:blipFill>
        <p:spPr/>
      </p:pic>
      <p:pic>
        <p:nvPicPr>
          <p:cNvPr id="8" name="Picture Placeholder 7" descr="image.jpg"/>
          <p:cNvPicPr>
            <a:picLocks noGrp="1" noChangeAspect="1"/>
          </p:cNvPicPr>
          <p:nvPr>
            <p:ph type="pic" idx="12" sz="quarter"/>
          </p:nvPr>
        </p:nvPicPr>
        <p:blipFill>
          <a:blip r:embed="rId4"/>
          <a:srcRect l="4546" r="4546"/>
          <a:stretch>
            <a:fillRect/>
          </a:stretch>
        </p:blipFill>
        <p:spPr/>
      </p:pic>
      <p:pic>
        <p:nvPicPr>
          <p:cNvPr id="9" name="Picture Placeholder 8" descr="image.png"/>
          <p:cNvPicPr>
            <a:picLocks noGrp="1" noChangeAspect="1"/>
          </p:cNvPicPr>
          <p:nvPr>
            <p:ph type="pic" idx="10" sz="quarter"/>
          </p:nvPr>
        </p:nvPicPr>
        <p:blipFill>
          <a:blip r:embed="rId2"/>
          <a:srcRect l="8716" r="8716"/>
          <a:stretch>
            <a:fillRect/>
          </a:stretch>
        </p:blipFill>
        <p:spPr/>
      </p:pic>
      <p:sp>
        <p:nvSpPr>
          <p:cNvPr id="10" name="Title 9"/>
          <p:cNvSpPr>
            <a:spLocks noGrp="1"/>
          </p:cNvSpPr>
          <p:nvPr>
            <p:ph type="title"/>
          </p:nvPr>
        </p:nvSpPr>
        <p:spPr/>
        <p:txBody>
          <a:bodyPr/>
          <a:lstStyle/>
          <a:p>
            <a:r>
              <a:t>Pool</a:t>
            </a:r>
          </a:p>
        </p:txBody>
      </p:sp>
      <p:sp>
        <p:nvSpPr>
          <p:cNvPr id="11" name="number">
            <a:extLst>
              <a:ext uri="{FF2B5EF4-FFF2-40B4-BE49-F238E27FC236}">
                <a16:creationId xmlns:a16="http://schemas.microsoft.com/office/drawing/2014/main" id="{C4BD61B4-6570-C62F-4FF6-E1A9A68D9734}"/>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81A0482-E519-4F84-AC59-8AF23FF32BA7}"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12" name="fixed_dash">
            <a:extLst>
              <a:ext uri="{FF2B5EF4-FFF2-40B4-BE49-F238E27FC236}">
                <a16:creationId xmlns:a16="http://schemas.microsoft.com/office/drawing/2014/main" id="{47F49CAC-B552-7BED-A81E-53FB94B4634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grpSp>
        <p:nvGrpSpPr>
          <p:cNvPr id="13" name="fixed_footer">
            <a:extLst>
              <a:ext uri="{FF2B5EF4-FFF2-40B4-BE49-F238E27FC236}">
                <a16:creationId xmlns:a16="http://schemas.microsoft.com/office/drawing/2014/main" id="{9B049806-3597-9316-5481-097BAF40F8F4}"/>
              </a:ext>
            </a:extLst>
          </p:cNvPr>
          <p:cNvGrpSpPr/>
          <p:nvPr userDrawn="1"/>
        </p:nvGrpSpPr>
        <p:grpSpPr>
          <a:xfrm>
            <a:off x="187634" y="6505818"/>
            <a:ext cx="3476221" cy="283493"/>
            <a:chOff x="187634" y="6505818"/>
            <a:chExt cx="3476221" cy="283493"/>
          </a:xfrm>
        </p:grpSpPr>
        <p:cxnSp>
          <p:nvCxnSpPr>
            <p:cNvPr id="14" name="fixed_dash">
              <a:extLst>
                <a:ext uri="{FF2B5EF4-FFF2-40B4-BE49-F238E27FC236}">
                  <a16:creationId xmlns:a16="http://schemas.microsoft.com/office/drawing/2014/main" id="{4D0A66EA-5DE7-C8DA-91AF-1510840217FF}"/>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t="2484" b="2484"/>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38E63D-1041-47C5-9891-296F37438C62}"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Twenty-five villas proposed as branded residences, each carrying The Atrium's standard of service into private ownership. One brand, one operating model, one point of sale, so Larkfield can sell villas and fill rooms without separate contracts for every piece.</a:t>
            </a:r>
          </a:p>
        </p:txBody>
      </p:sp>
      <p:sp>
        <p:nvSpPr>
          <p:cNvPr id="4" name="Title 3"/>
          <p:cNvSpPr>
            <a:spLocks noGrp="1"/>
          </p:cNvSpPr>
          <p:nvPr>
            <p:ph type="title"/>
          </p:nvPr>
        </p:nvSpPr>
        <p:spPr/>
        <p:txBody>
          <a:bodyPr/>
          <a:lstStyle/>
          <a:p>
            <a:r>
              <a:t>The Residences</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l="1178" r="1178"/>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5964C42-F6C0-48A5-9C84-ECE8A6BCB7C3}"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The same welcome at a suite door and a villa door, the same standard behind both, written once. A villa buyer signs up for exactly what the guest next door already receives, nothing renegotiated per key.</a:t>
            </a:r>
          </a:p>
        </p:txBody>
      </p:sp>
      <p:sp>
        <p:nvSpPr>
          <p:cNvPr id="4" name="Title 3"/>
          <p:cNvSpPr>
            <a:spLocks noGrp="1"/>
          </p:cNvSpPr>
          <p:nvPr>
            <p:ph type="title"/>
          </p:nvPr>
        </p:nvSpPr>
        <p:spPr/>
        <p:txBody>
          <a:bodyPr/>
          <a:lstStyle/>
          <a:p>
            <a:r>
              <a:t>Align Villas and Rooms Under One Atrium Hotel Standard</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t="12860" b="12860"/>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CDE1D4D-064E-4619-94C3-E6FE0A26A189}"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A villa that is home for a few weeks a year and hotel inventory the rest of it. One structure moves it from owner's door to guest's key, no separate sales office, no separate operator.</a:t>
            </a:r>
          </a:p>
        </p:txBody>
      </p:sp>
      <p:sp>
        <p:nvSpPr>
          <p:cNvPr id="4" name="Title 3"/>
          <p:cNvSpPr>
            <a:spLocks noGrp="1"/>
          </p:cNvSpPr>
          <p:nvPr>
            <p:ph type="title"/>
          </p:nvPr>
        </p:nvSpPr>
        <p:spPr/>
        <p:txBody>
          <a:bodyPr/>
          <a:lstStyle/>
          <a:p>
            <a:r>
              <a:t>One Commercial Structure for Villa Sales and the Rental Pool</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l="1178" r="1178"/>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AB5E9D8-C93B-4593-9A42-AF9E748BB963}"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Coals banked from the estate's own cork oak, the grill lit before the dining room fills. Whole-animal Bísaro pork and fish caught in the Sado, cooked over open flame with the kitchen set where every table can watch it work.</a:t>
            </a:r>
          </a:p>
        </p:txBody>
      </p:sp>
      <p:sp>
        <p:nvSpPr>
          <p:cNvPr id="4" name="Title 3"/>
          <p:cNvSpPr>
            <a:spLocks noGrp="1"/>
          </p:cNvSpPr>
          <p:nvPr>
            <p:ph type="title"/>
          </p:nvPr>
        </p:nvSpPr>
        <p:spPr/>
        <p:txBody>
          <a:bodyPr/>
          <a:lstStyle/>
          <a:p>
            <a:r>
              <a:t>Charcood</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l="1178" r="1178"/>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E6442A-188B-451F-ADDF-F132A0E318DA}"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Joontos</a:t>
            </a:r>
          </a:p>
        </p:txBody>
      </p:sp>
      <p:sp>
        <p:nvSpPr>
          <p:cNvPr id="4" name="Title 3"/>
          <p:cNvSpPr>
            <a:spLocks noGrp="1"/>
          </p:cNvSpPr>
          <p:nvPr>
            <p:ph type="title"/>
          </p:nvPr>
        </p:nvSpPr>
        <p:spPr/>
        <p:txBody>
          <a:bodyPr/>
          <a:lstStyle/>
          <a:p>
            <a:r>
              <a:t>Joontos</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l="1178" r="1178"/>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8D1B11-F423-4669-A3FB-346D0CAEA8AE}"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A scoop counter tucked into the estate's retail corner, built on its own pantry. Moscatel, cardoon honey, a ripple of Azeitão cheese, gelato for the guest heading upstairs and the passer-through who just followed the smell.</a:t>
            </a:r>
          </a:p>
        </p:txBody>
      </p:sp>
      <p:sp>
        <p:nvSpPr>
          <p:cNvPr id="4" name="Title 3"/>
          <p:cNvSpPr>
            <a:spLocks noGrp="1"/>
          </p:cNvSpPr>
          <p:nvPr>
            <p:ph type="title"/>
          </p:nvPr>
        </p:nvSpPr>
        <p:spPr/>
        <p:txBody>
          <a:bodyPr/>
          <a:lstStyle/>
          <a:p>
            <a:r>
              <a:t>Nakhati</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l="657" r="657"/>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306362E-AB50-447E-A437-B4FDE981EDBC}"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Below ground, a single tasting menu that never leaves the peninsula. Sheep's-milk cheese, wild thistle and aged Moscatel, course after course, poured and plated for a table that already knows Azeitão by name.</a:t>
            </a:r>
          </a:p>
        </p:txBody>
      </p:sp>
      <p:sp>
        <p:nvSpPr>
          <p:cNvPr id="4" name="Title 3"/>
          <p:cNvSpPr>
            <a:spLocks noGrp="1"/>
          </p:cNvSpPr>
          <p:nvPr>
            <p:ph type="title"/>
          </p:nvPr>
        </p:nvSpPr>
        <p:spPr/>
        <p:txBody>
          <a:bodyPr/>
          <a:lstStyle/>
          <a:p>
            <a:r>
              <a:t>The Cardo Table</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t="5598" b="5598"/>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0EA70F-7167-408B-A9E1-FC0A2263A032}"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The catch bought that same morning at Setúbal's Livramento Market, dressed simply and served within sight of the kitchen. Nothing between the boat and the plate but a few hours and a knife.</a:t>
            </a:r>
          </a:p>
        </p:txBody>
      </p:sp>
      <p:sp>
        <p:nvSpPr>
          <p:cNvPr id="4" name="Title 3"/>
          <p:cNvSpPr>
            <a:spLocks noGrp="1"/>
          </p:cNvSpPr>
          <p:nvPr>
            <p:ph type="title"/>
          </p:nvPr>
        </p:nvSpPr>
        <p:spPr/>
        <p:txBody>
          <a:bodyPr/>
          <a:lstStyle/>
          <a:p>
            <a:r>
              <a:t>Livramento Counter</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l="1178" r="1178"/>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71AED5C-C027-41EB-95AB-E9BCE35FFA48}"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Breakfast through late lunch, built from whatever the kitchen garden and the neighbours grew that week. No fixed menu, just the estate's own table set for whoever wanders in, early or late.</a:t>
            </a:r>
          </a:p>
        </p:txBody>
      </p:sp>
      <p:sp>
        <p:nvSpPr>
          <p:cNvPr id="4" name="Title 3"/>
          <p:cNvSpPr>
            <a:spLocks noGrp="1"/>
          </p:cNvSpPr>
          <p:nvPr>
            <p:ph type="title"/>
          </p:nvPr>
        </p:nvSpPr>
        <p:spPr/>
        <p:txBody>
          <a:bodyPr/>
          <a:lstStyle/>
          <a:p>
            <a:r>
              <a:t>Quinta Farmhouse Table</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t="14011" b="14011"/>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4DDE660-920B-4A35-8334-F6F68242A58D}"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One address on the estate where a villa owner and a hotel guest end up in the same place, some evening neither planned. Not a sales office: the shared centre of the estate, for whoever is in residence that week.</a:t>
            </a:r>
          </a:p>
        </p:txBody>
      </p:sp>
      <p:sp>
        <p:nvSpPr>
          <p:cNvPr id="4" name="Title 3"/>
          <p:cNvSpPr>
            <a:spLocks noGrp="1"/>
          </p:cNvSpPr>
          <p:nvPr>
            <p:ph type="title"/>
          </p:nvPr>
        </p:nvSpPr>
        <p:spPr/>
        <p:txBody>
          <a:bodyPr/>
          <a:lstStyle/>
          <a:p>
            <a:r>
              <a:t>Shape the Clubhouse as the Estate's Shared Social Hub</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1" sz="quarter"/>
          </p:nvPr>
        </p:nvPicPr>
        <p:blipFill>
          <a:blip r:embed="rId3"/>
          <a:srcRect l="337" r="337"/>
          <a:stretch>
            <a:fillRect/>
          </a:stretch>
        </p:blipFill>
        <p:spPr/>
      </p:pic>
      <p:pic>
        <p:nvPicPr>
          <p:cNvPr id="3" name="Picture Placeholder 2" descr="image.jpg"/>
          <p:cNvPicPr>
            <a:picLocks noGrp="1" noChangeAspect="1"/>
          </p:cNvPicPr>
          <p:nvPr>
            <p:ph type="pic" idx="12" sz="quarter"/>
          </p:nvPr>
        </p:nvPicPr>
        <p:blipFill>
          <a:blip r:embed="rId3"/>
          <a:srcRect l="337" r="337"/>
          <a:stretch>
            <a:fillRect/>
          </a:stretch>
        </p:blipFill>
        <p:spPr/>
      </p:pic>
      <p:pic>
        <p:nvPicPr>
          <p:cNvPr id="4" name="Picture Placeholder 3" descr="image.jpg"/>
          <p:cNvPicPr>
            <a:picLocks noGrp="1" noChangeAspect="1"/>
          </p:cNvPicPr>
          <p:nvPr>
            <p:ph type="pic" idx="13" sz="quarter"/>
          </p:nvPr>
        </p:nvPicPr>
        <p:blipFill>
          <a:blip r:embed="rId4"/>
          <a:srcRect l="780" r="780"/>
          <a:stretch>
            <a:fillRect/>
          </a:stretch>
        </p:blipFill>
        <p:spPr/>
      </p:pic>
      <p:pic>
        <p:nvPicPr>
          <p:cNvPr id="5" name="Picture Placeholder 4" descr="image.jpg"/>
          <p:cNvPicPr>
            <a:picLocks noGrp="1" noChangeAspect="1"/>
          </p:cNvPicPr>
          <p:nvPr>
            <p:ph type="pic" idx="10" sz="quarter"/>
          </p:nvPr>
        </p:nvPicPr>
        <p:blipFill>
          <a:blip r:embed="rId2"/>
          <a:srcRect l="6999" r="6999"/>
          <a:stretch>
            <a:fillRect/>
          </a:stretch>
        </p:blipFill>
        <p:spPr/>
      </p:pic>
      <p:sp>
        <p:nvSpPr>
          <p:cNvPr id="15" name="number">
            <a:extLst>
              <a:ext uri="{FF2B5EF4-FFF2-40B4-BE49-F238E27FC236}">
                <a16:creationId xmlns:a16="http://schemas.microsoft.com/office/drawing/2014/main" id="{9DFD9DF6-B753-8948-9607-7E8CFA4EDE55}"/>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F33D2B-1A1F-4933-A04C-9F0B7619F29D}"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16" name="fixed_dash">
            <a:extLst>
              <a:ext uri="{FF2B5EF4-FFF2-40B4-BE49-F238E27FC236}">
                <a16:creationId xmlns:a16="http://schemas.microsoft.com/office/drawing/2014/main" id="{E1903F2C-C615-8EDF-0A27-48249C714649}"/>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17" name="fixed_shape">
            <a:extLst>
              <a:ext uri="{FF2B5EF4-FFF2-40B4-BE49-F238E27FC236}">
                <a16:creationId xmlns:a16="http://schemas.microsoft.com/office/drawing/2014/main" id="{DB73A225-CE43-D6F8-F652-1090A02E8F6A}"/>
              </a:ext>
            </a:extLst>
          </p:cNvPr>
          <p:cNvSpPr/>
          <p:nvPr userDrawn="1"/>
        </p:nvSpPr>
        <p:spPr>
          <a:xfrm>
            <a:off x="645651"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18" name="fixed_shape">
            <a:extLst>
              <a:ext uri="{FF2B5EF4-FFF2-40B4-BE49-F238E27FC236}">
                <a16:creationId xmlns:a16="http://schemas.microsoft.com/office/drawing/2014/main" id="{E676A1D1-99FE-3359-AA13-34DD7A8505BA}"/>
              </a:ext>
            </a:extLst>
          </p:cNvPr>
          <p:cNvSpPr/>
          <p:nvPr userDrawn="1"/>
        </p:nvSpPr>
        <p:spPr>
          <a:xfrm>
            <a:off x="3573909"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19" name="fixed_shape">
            <a:extLst>
              <a:ext uri="{FF2B5EF4-FFF2-40B4-BE49-F238E27FC236}">
                <a16:creationId xmlns:a16="http://schemas.microsoft.com/office/drawing/2014/main" id="{1735F2E4-5F95-80BD-AA70-D0A3C1E13D0A}"/>
              </a:ext>
            </a:extLst>
          </p:cNvPr>
          <p:cNvSpPr/>
          <p:nvPr userDrawn="1"/>
        </p:nvSpPr>
        <p:spPr>
          <a:xfrm>
            <a:off x="6502166"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20" name="fixed_shape">
            <a:extLst>
              <a:ext uri="{FF2B5EF4-FFF2-40B4-BE49-F238E27FC236}">
                <a16:creationId xmlns:a16="http://schemas.microsoft.com/office/drawing/2014/main" id="{4CA7F578-DD9C-6D5E-9957-0DC54D04992C}"/>
              </a:ext>
            </a:extLst>
          </p:cNvPr>
          <p:cNvSpPr/>
          <p:nvPr userDrawn="1"/>
        </p:nvSpPr>
        <p:spPr>
          <a:xfrm>
            <a:off x="9430423"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6" name="Title 5"/>
          <p:cNvSpPr>
            <a:spLocks noGrp="1"/>
          </p:cNvSpPr>
          <p:nvPr>
            <p:ph type="title"/>
          </p:nvPr>
        </p:nvSpPr>
        <p:spPr/>
        <p:txBody>
          <a:bodyPr/>
          <a:lstStyle/>
          <a:p>
            <a:r>
              <a:t>Arrábida's wild side</a:t>
            </a:r>
          </a:p>
        </p:txBody>
      </p:sp>
      <p:sp>
        <p:nvSpPr>
          <p:cNvPr id="7" name="Text Placeholder 6"/>
          <p:cNvSpPr>
            <a:spLocks noGrp="1"/>
          </p:cNvSpPr>
          <p:nvPr>
            <p:ph type="body" idx="16" sz="quarter"/>
          </p:nvPr>
        </p:nvSpPr>
        <p:spPr/>
        <p:txBody>
          <a:bodyPr/>
          <a:lstStyle/>
          <a:p>
            <a:r>
              <a:t>Cliffs of Endemism</a:t>
            </a:r>
          </a:p>
        </p:txBody>
      </p:sp>
      <p:sp>
        <p:nvSpPr>
          <p:cNvPr id="8" name="Text Placeholder 7"/>
          <p:cNvSpPr>
            <a:spLocks noGrp="1"/>
          </p:cNvSpPr>
          <p:nvPr>
            <p:ph type="body" idx="28" sz="quarter"/>
          </p:nvPr>
        </p:nvSpPr>
        <p:spPr/>
        <p:txBody>
          <a:bodyPr/>
          <a:lstStyle/>
          <a:p>
            <a:r>
              <a:t>Botanist-led search for plant species found only between Sesimbra and Cabo Espichel</a:t>
            </a:r>
          </a:p>
        </p:txBody>
      </p:sp>
      <p:sp>
        <p:nvSpPr>
          <p:cNvPr id="9" name="Text Placeholder 8"/>
          <p:cNvSpPr>
            <a:spLocks noGrp="1"/>
          </p:cNvSpPr>
          <p:nvPr>
            <p:ph type="body" idx="29" sz="quarter"/>
          </p:nvPr>
        </p:nvSpPr>
        <p:spPr/>
        <p:txBody>
          <a:bodyPr/>
          <a:lstStyle/>
          <a:p>
            <a:r>
              <a:t>Raptors of Arrábida</a:t>
            </a:r>
          </a:p>
        </p:txBody>
      </p:sp>
      <p:sp>
        <p:nvSpPr>
          <p:cNvPr id="10" name="Text Placeholder 9"/>
          <p:cNvSpPr>
            <a:spLocks noGrp="1"/>
          </p:cNvSpPr>
          <p:nvPr>
            <p:ph type="body" idx="30" sz="quarter"/>
          </p:nvPr>
        </p:nvSpPr>
        <p:spPr/>
        <p:txBody>
          <a:bodyPr/>
          <a:lstStyle/>
          <a:p>
            <a:r>
              <a:t>Ornithologist-led watch for Bonelli's eagles and peregrine falcons nesting on cliffs</a:t>
            </a:r>
          </a:p>
        </p:txBody>
      </p:sp>
      <p:sp>
        <p:nvSpPr>
          <p:cNvPr id="11" name="Text Placeholder 10"/>
          <p:cNvSpPr>
            <a:spLocks noGrp="1"/>
          </p:cNvSpPr>
          <p:nvPr>
            <p:ph type="body" idx="31" sz="quarter"/>
          </p:nvPr>
        </p:nvSpPr>
        <p:spPr/>
        <p:txBody>
          <a:bodyPr/>
          <a:lstStyle/>
          <a:p>
            <a:r>
              <a:t>Sado Dolphin Watch</a:t>
            </a:r>
          </a:p>
        </p:txBody>
      </p:sp>
      <p:sp>
        <p:nvSpPr>
          <p:cNvPr id="12" name="Text Placeholder 11"/>
          <p:cNvSpPr>
            <a:spLocks noGrp="1"/>
          </p:cNvSpPr>
          <p:nvPr>
            <p:ph type="body" idx="32" sz="quarter"/>
          </p:nvPr>
        </p:nvSpPr>
        <p:spPr/>
        <p:txBody>
          <a:bodyPr/>
          <a:lstStyle/>
          <a:p>
            <a:r>
              <a:t>Small-boat outing tracking the estuary's resident dolphin pod with a marine guide</a:t>
            </a:r>
          </a:p>
        </p:txBody>
      </p:sp>
      <p:sp>
        <p:nvSpPr>
          <p:cNvPr id="13" name="Text Placeholder 12"/>
          <p:cNvSpPr>
            <a:spLocks noGrp="1"/>
          </p:cNvSpPr>
          <p:nvPr>
            <p:ph type="body" idx="33" sz="quarter"/>
          </p:nvPr>
        </p:nvSpPr>
        <p:spPr/>
        <p:txBody>
          <a:bodyPr/>
          <a:lstStyle/>
          <a:p>
            <a:r>
              <a:t>Convento da Arrábida Silence Walk</a:t>
            </a:r>
          </a:p>
        </p:txBody>
      </p:sp>
      <p:sp>
        <p:nvSpPr>
          <p:cNvPr id="14" name="Text Placeholder 13"/>
          <p:cNvSpPr>
            <a:spLocks noGrp="1"/>
          </p:cNvSpPr>
          <p:nvPr>
            <p:ph type="body" idx="34" sz="quarter"/>
          </p:nvPr>
        </p:nvSpPr>
        <p:spPr/>
        <p:txBody>
          <a:bodyPr/>
          <a:lstStyle/>
          <a:p>
            <a:r>
              <a:t>Dusk walk to the monastery, framed around saudade rather than sightseeing</a:t>
            </a:r>
          </a:p>
        </p:txBody>
      </p:sp>
      <p:grpSp>
        <p:nvGrpSpPr>
          <p:cNvPr id="21" name="fixed_footer">
            <a:extLst>
              <a:ext uri="{FF2B5EF4-FFF2-40B4-BE49-F238E27FC236}">
                <a16:creationId xmlns:a16="http://schemas.microsoft.com/office/drawing/2014/main" id="{AF28A85C-67E4-BBC1-AACA-DE85222AE0FF}"/>
              </a:ext>
            </a:extLst>
          </p:cNvPr>
          <p:cNvGrpSpPr/>
          <p:nvPr userDrawn="1"/>
        </p:nvGrpSpPr>
        <p:grpSpPr>
          <a:xfrm>
            <a:off x="187634" y="6505818"/>
            <a:ext cx="3476221" cy="283493"/>
            <a:chOff x="187634" y="6505818"/>
            <a:chExt cx="3476221" cy="283493"/>
          </a:xfrm>
        </p:grpSpPr>
        <p:cxnSp>
          <p:nvCxnSpPr>
            <p:cNvPr id="22" name="fixed_dash">
              <a:extLst>
                <a:ext uri="{FF2B5EF4-FFF2-40B4-BE49-F238E27FC236}">
                  <a16:creationId xmlns:a16="http://schemas.microsoft.com/office/drawing/2014/main" id="{B53CAD0C-84F5-1EB8-2781-D88BD0E6D442}"/>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1" sz="quarter"/>
          </p:nvPr>
        </p:nvPicPr>
        <p:blipFill>
          <a:blip r:embed="rId3"/>
          <a:srcRect l="780" r="780"/>
          <a:stretch>
            <a:fillRect/>
          </a:stretch>
        </p:blipFill>
        <p:spPr/>
      </p:pic>
      <p:pic>
        <p:nvPicPr>
          <p:cNvPr id="3" name="Picture Placeholder 2" descr="image.jpg"/>
          <p:cNvPicPr>
            <a:picLocks noGrp="1" noChangeAspect="1"/>
          </p:cNvPicPr>
          <p:nvPr>
            <p:ph type="pic" idx="12" sz="quarter"/>
          </p:nvPr>
        </p:nvPicPr>
        <p:blipFill>
          <a:blip r:embed="rId4"/>
          <a:srcRect l="8546" r="8546"/>
          <a:stretch>
            <a:fillRect/>
          </a:stretch>
        </p:blipFill>
        <p:spPr/>
      </p:pic>
      <p:pic>
        <p:nvPicPr>
          <p:cNvPr id="4" name="Picture Placeholder 3" descr="image.jpg"/>
          <p:cNvPicPr>
            <a:picLocks noGrp="1" noChangeAspect="1"/>
          </p:cNvPicPr>
          <p:nvPr>
            <p:ph type="pic" idx="13" sz="quarter"/>
          </p:nvPr>
        </p:nvPicPr>
        <p:blipFill>
          <a:blip r:embed="rId5"/>
          <a:srcRect l="780" r="780"/>
          <a:stretch>
            <a:fillRect/>
          </a:stretch>
        </p:blipFill>
        <p:spPr/>
      </p:pic>
      <p:pic>
        <p:nvPicPr>
          <p:cNvPr id="5" name="Picture Placeholder 4" descr="image.jpg"/>
          <p:cNvPicPr>
            <a:picLocks noGrp="1" noChangeAspect="1"/>
          </p:cNvPicPr>
          <p:nvPr>
            <p:ph type="pic" idx="10" sz="quarter"/>
          </p:nvPr>
        </p:nvPicPr>
        <p:blipFill>
          <a:blip r:embed="rId2"/>
          <a:srcRect l="9429" r="9429"/>
          <a:stretch>
            <a:fillRect/>
          </a:stretch>
        </p:blipFill>
        <p:spPr/>
      </p:pic>
      <p:sp>
        <p:nvSpPr>
          <p:cNvPr id="15" name="number">
            <a:extLst>
              <a:ext uri="{FF2B5EF4-FFF2-40B4-BE49-F238E27FC236}">
                <a16:creationId xmlns:a16="http://schemas.microsoft.com/office/drawing/2014/main" id="{9DFD9DF6-B753-8948-9607-7E8CFA4EDE55}"/>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36C4258-1233-4EC9-A556-292368CCB470}"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16" name="fixed_dash">
            <a:extLst>
              <a:ext uri="{FF2B5EF4-FFF2-40B4-BE49-F238E27FC236}">
                <a16:creationId xmlns:a16="http://schemas.microsoft.com/office/drawing/2014/main" id="{E1903F2C-C615-8EDF-0A27-48249C714649}"/>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17" name="fixed_shape">
            <a:extLst>
              <a:ext uri="{FF2B5EF4-FFF2-40B4-BE49-F238E27FC236}">
                <a16:creationId xmlns:a16="http://schemas.microsoft.com/office/drawing/2014/main" id="{DB73A225-CE43-D6F8-F652-1090A02E8F6A}"/>
              </a:ext>
            </a:extLst>
          </p:cNvPr>
          <p:cNvSpPr/>
          <p:nvPr userDrawn="1"/>
        </p:nvSpPr>
        <p:spPr>
          <a:xfrm>
            <a:off x="645651"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18" name="fixed_shape">
            <a:extLst>
              <a:ext uri="{FF2B5EF4-FFF2-40B4-BE49-F238E27FC236}">
                <a16:creationId xmlns:a16="http://schemas.microsoft.com/office/drawing/2014/main" id="{E676A1D1-99FE-3359-AA13-34DD7A8505BA}"/>
              </a:ext>
            </a:extLst>
          </p:cNvPr>
          <p:cNvSpPr/>
          <p:nvPr userDrawn="1"/>
        </p:nvSpPr>
        <p:spPr>
          <a:xfrm>
            <a:off x="3573909"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19" name="fixed_shape">
            <a:extLst>
              <a:ext uri="{FF2B5EF4-FFF2-40B4-BE49-F238E27FC236}">
                <a16:creationId xmlns:a16="http://schemas.microsoft.com/office/drawing/2014/main" id="{1735F2E4-5F95-80BD-AA70-D0A3C1E13D0A}"/>
              </a:ext>
            </a:extLst>
          </p:cNvPr>
          <p:cNvSpPr/>
          <p:nvPr userDrawn="1"/>
        </p:nvSpPr>
        <p:spPr>
          <a:xfrm>
            <a:off x="6502166"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20" name="fixed_shape">
            <a:extLst>
              <a:ext uri="{FF2B5EF4-FFF2-40B4-BE49-F238E27FC236}">
                <a16:creationId xmlns:a16="http://schemas.microsoft.com/office/drawing/2014/main" id="{4CA7F578-DD9C-6D5E-9957-0DC54D04992C}"/>
              </a:ext>
            </a:extLst>
          </p:cNvPr>
          <p:cNvSpPr/>
          <p:nvPr userDrawn="1"/>
        </p:nvSpPr>
        <p:spPr>
          <a:xfrm>
            <a:off x="9430423"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6" name="Title 5"/>
          <p:cNvSpPr>
            <a:spLocks noGrp="1"/>
          </p:cNvSpPr>
          <p:nvPr>
            <p:ph type="title"/>
          </p:nvPr>
        </p:nvSpPr>
        <p:spPr/>
        <p:txBody>
          <a:bodyPr/>
          <a:lstStyle/>
          <a:p>
            <a:r>
              <a:t>Estate craft and table</a:t>
            </a:r>
          </a:p>
        </p:txBody>
      </p:sp>
      <p:sp>
        <p:nvSpPr>
          <p:cNvPr id="7" name="Text Placeholder 6"/>
          <p:cNvSpPr>
            <a:spLocks noGrp="1"/>
          </p:cNvSpPr>
          <p:nvPr>
            <p:ph type="body" idx="16" sz="quarter"/>
          </p:nvPr>
        </p:nvSpPr>
        <p:spPr/>
        <p:txBody>
          <a:bodyPr/>
          <a:lstStyle/>
          <a:p>
            <a:r>
              <a:t>The Azulejo Atelier</a:t>
            </a:r>
          </a:p>
        </p:txBody>
      </p:sp>
      <p:sp>
        <p:nvSpPr>
          <p:cNvPr id="8" name="Text Placeholder 7"/>
          <p:cNvSpPr>
            <a:spLocks noGrp="1"/>
          </p:cNvSpPr>
          <p:nvPr>
            <p:ph type="body" idx="28" sz="quarter"/>
          </p:nvPr>
        </p:nvSpPr>
        <p:spPr/>
        <p:txBody>
          <a:bodyPr/>
          <a:lstStyle/>
          <a:p>
            <a:r>
              <a:t>Hand-paint your own tile with Azeitão's ceramicists, fired in the neighbouring workshop</a:t>
            </a:r>
          </a:p>
        </p:txBody>
      </p:sp>
      <p:sp>
        <p:nvSpPr>
          <p:cNvPr id="9" name="Text Placeholder 8"/>
          <p:cNvSpPr>
            <a:spLocks noGrp="1"/>
          </p:cNvSpPr>
          <p:nvPr>
            <p:ph type="body" idx="29" sz="quarter"/>
          </p:nvPr>
        </p:nvSpPr>
        <p:spPr/>
        <p:txBody>
          <a:bodyPr/>
          <a:lstStyle/>
          <a:p>
            <a:r>
              <a:t>Thistle &amp; Curd Dawn</a:t>
            </a:r>
          </a:p>
        </p:txBody>
      </p:sp>
      <p:sp>
        <p:nvSpPr>
          <p:cNvPr id="10" name="Text Placeholder 9"/>
          <p:cNvSpPr>
            <a:spLocks noGrp="1"/>
          </p:cNvSpPr>
          <p:nvPr>
            <p:ph type="body" idx="30" sz="quarter"/>
          </p:nvPr>
        </p:nvSpPr>
        <p:spPr/>
        <p:txBody>
          <a:bodyPr/>
          <a:lstStyle/>
          <a:p>
            <a:r>
              <a:t>Sunrise dairy visit to curdle Queijo de Azeitão using wild cardoon thistle</a:t>
            </a:r>
          </a:p>
        </p:txBody>
      </p:sp>
      <p:sp>
        <p:nvSpPr>
          <p:cNvPr id="11" name="Text Placeholder 10"/>
          <p:cNvSpPr>
            <a:spLocks noGrp="1"/>
          </p:cNvSpPr>
          <p:nvPr>
            <p:ph type="body" idx="31" sz="quarter"/>
          </p:nvPr>
        </p:nvSpPr>
        <p:spPr/>
        <p:txBody>
          <a:bodyPr/>
          <a:lstStyle/>
          <a:p>
            <a:r>
              <a:t>Moscatel &amp; Cardo Pairing Table</a:t>
            </a:r>
          </a:p>
        </p:txBody>
      </p:sp>
      <p:sp>
        <p:nvSpPr>
          <p:cNvPr id="12" name="Text Placeholder 11"/>
          <p:cNvSpPr>
            <a:spLocks noGrp="1"/>
          </p:cNvSpPr>
          <p:nvPr>
            <p:ph type="body" idx="32" sz="quarter"/>
          </p:nvPr>
        </p:nvSpPr>
        <p:spPr/>
        <p:txBody>
          <a:bodyPr/>
          <a:lstStyle/>
          <a:p>
            <a:r>
              <a:t>Seated tasting pairing aged Setúbal Moscatel against local cheeses with a winemaker</a:t>
            </a:r>
          </a:p>
        </p:txBody>
      </p:sp>
      <p:sp>
        <p:nvSpPr>
          <p:cNvPr id="13" name="Text Placeholder 12"/>
          <p:cNvSpPr>
            <a:spLocks noGrp="1"/>
          </p:cNvSpPr>
          <p:nvPr>
            <p:ph type="body" idx="33" sz="quarter"/>
          </p:nvPr>
        </p:nvSpPr>
        <p:spPr/>
        <p:txBody>
          <a:bodyPr/>
          <a:lstStyle/>
          <a:p>
            <a:r>
              <a:t>Founders' Table</a:t>
            </a:r>
          </a:p>
        </p:txBody>
      </p:sp>
      <p:sp>
        <p:nvSpPr>
          <p:cNvPr id="14" name="Text Placeholder 13"/>
          <p:cNvSpPr>
            <a:spLocks noGrp="1"/>
          </p:cNvSpPr>
          <p:nvPr>
            <p:ph type="body" idx="34" sz="quarter"/>
          </p:nvPr>
        </p:nvSpPr>
        <p:spPr/>
        <p:txBody>
          <a:bodyPr/>
          <a:lstStyle/>
          <a:p>
            <a:r>
              <a:t>Seasonal dinner gathering villa owners, members and visiting winemakers at one table</a:t>
            </a:r>
          </a:p>
        </p:txBody>
      </p:sp>
      <p:grpSp>
        <p:nvGrpSpPr>
          <p:cNvPr id="21" name="fixed_footer">
            <a:extLst>
              <a:ext uri="{FF2B5EF4-FFF2-40B4-BE49-F238E27FC236}">
                <a16:creationId xmlns:a16="http://schemas.microsoft.com/office/drawing/2014/main" id="{AF28A85C-67E4-BBC1-AACA-DE85222AE0FF}"/>
              </a:ext>
            </a:extLst>
          </p:cNvPr>
          <p:cNvGrpSpPr/>
          <p:nvPr userDrawn="1"/>
        </p:nvGrpSpPr>
        <p:grpSpPr>
          <a:xfrm>
            <a:off x="187634" y="6505818"/>
            <a:ext cx="3476221" cy="283493"/>
            <a:chOff x="187634" y="6505818"/>
            <a:chExt cx="3476221" cy="283493"/>
          </a:xfrm>
        </p:grpSpPr>
        <p:cxnSp>
          <p:nvCxnSpPr>
            <p:cNvPr id="22" name="fixed_dash">
              <a:extLst>
                <a:ext uri="{FF2B5EF4-FFF2-40B4-BE49-F238E27FC236}">
                  <a16:creationId xmlns:a16="http://schemas.microsoft.com/office/drawing/2014/main" id="{B53CAD0C-84F5-1EB8-2781-D88BD0E6D442}"/>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png"/>
          <p:cNvPicPr>
            <a:picLocks noGrp="1" noChangeAspect="1"/>
          </p:cNvPicPr>
          <p:nvPr>
            <p:ph type="pic" idx="11" sz="quarter"/>
          </p:nvPr>
        </p:nvPicPr>
        <p:blipFill>
          <a:blip r:embed="rId2"/>
          <a:srcRect l="25390" r="25390"/>
          <a:stretch>
            <a:fillRect/>
          </a:stretch>
        </p:blipFill>
        <p:spPr/>
      </p:pic>
      <p:pic>
        <p:nvPicPr>
          <p:cNvPr id="3" name="Picture Placeholder 2" descr="image.jpg"/>
          <p:cNvPicPr>
            <a:picLocks noGrp="1" noChangeAspect="1"/>
          </p:cNvPicPr>
          <p:nvPr>
            <p:ph type="pic" idx="12" sz="quarter"/>
          </p:nvPr>
        </p:nvPicPr>
        <p:blipFill>
          <a:blip r:embed="rId3"/>
          <a:srcRect l="691" r="691"/>
          <a:stretch>
            <a:fillRect/>
          </a:stretch>
        </p:blipFill>
        <p:spPr/>
      </p:pic>
      <p:pic>
        <p:nvPicPr>
          <p:cNvPr id="4" name="Picture Placeholder 3" descr="image.png"/>
          <p:cNvPicPr>
            <a:picLocks noGrp="1" noChangeAspect="1"/>
          </p:cNvPicPr>
          <p:nvPr>
            <p:ph type="pic" idx="13" sz="quarter"/>
          </p:nvPr>
        </p:nvPicPr>
        <p:blipFill>
          <a:blip r:embed="rId2"/>
          <a:srcRect l="25390" r="25390"/>
          <a:stretch>
            <a:fillRect/>
          </a:stretch>
        </p:blipFill>
        <p:spPr/>
      </p:pic>
      <p:pic>
        <p:nvPicPr>
          <p:cNvPr id="5" name="Picture Placeholder 4" descr="image.png"/>
          <p:cNvPicPr>
            <a:picLocks noGrp="1" noChangeAspect="1"/>
          </p:cNvPicPr>
          <p:nvPr>
            <p:ph type="pic" idx="10" sz="quarter"/>
          </p:nvPr>
        </p:nvPicPr>
        <p:blipFill>
          <a:blip r:embed="rId2"/>
          <a:srcRect l="25390" r="25390"/>
          <a:stretch>
            <a:fillRect/>
          </a:stretch>
        </p:blipFill>
        <p:spPr/>
      </p:pic>
      <p:sp>
        <p:nvSpPr>
          <p:cNvPr id="15" name="number">
            <a:extLst>
              <a:ext uri="{FF2B5EF4-FFF2-40B4-BE49-F238E27FC236}">
                <a16:creationId xmlns:a16="http://schemas.microsoft.com/office/drawing/2014/main" id="{9DFD9DF6-B753-8948-9607-7E8CFA4EDE55}"/>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3E35FC8-AC5D-4910-ABD3-C90F0841BEA9}"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16" name="fixed_dash">
            <a:extLst>
              <a:ext uri="{FF2B5EF4-FFF2-40B4-BE49-F238E27FC236}">
                <a16:creationId xmlns:a16="http://schemas.microsoft.com/office/drawing/2014/main" id="{E1903F2C-C615-8EDF-0A27-48249C714649}"/>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17" name="fixed_shape">
            <a:extLst>
              <a:ext uri="{FF2B5EF4-FFF2-40B4-BE49-F238E27FC236}">
                <a16:creationId xmlns:a16="http://schemas.microsoft.com/office/drawing/2014/main" id="{DB73A225-CE43-D6F8-F652-1090A02E8F6A}"/>
              </a:ext>
            </a:extLst>
          </p:cNvPr>
          <p:cNvSpPr/>
          <p:nvPr userDrawn="1"/>
        </p:nvSpPr>
        <p:spPr>
          <a:xfrm>
            <a:off x="645651"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18" name="fixed_shape">
            <a:extLst>
              <a:ext uri="{FF2B5EF4-FFF2-40B4-BE49-F238E27FC236}">
                <a16:creationId xmlns:a16="http://schemas.microsoft.com/office/drawing/2014/main" id="{E676A1D1-99FE-3359-AA13-34DD7A8505BA}"/>
              </a:ext>
            </a:extLst>
          </p:cNvPr>
          <p:cNvSpPr/>
          <p:nvPr userDrawn="1"/>
        </p:nvSpPr>
        <p:spPr>
          <a:xfrm>
            <a:off x="3573909"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19" name="fixed_shape">
            <a:extLst>
              <a:ext uri="{FF2B5EF4-FFF2-40B4-BE49-F238E27FC236}">
                <a16:creationId xmlns:a16="http://schemas.microsoft.com/office/drawing/2014/main" id="{1735F2E4-5F95-80BD-AA70-D0A3C1E13D0A}"/>
              </a:ext>
            </a:extLst>
          </p:cNvPr>
          <p:cNvSpPr/>
          <p:nvPr userDrawn="1"/>
        </p:nvSpPr>
        <p:spPr>
          <a:xfrm>
            <a:off x="6502166"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20" name="fixed_shape">
            <a:extLst>
              <a:ext uri="{FF2B5EF4-FFF2-40B4-BE49-F238E27FC236}">
                <a16:creationId xmlns:a16="http://schemas.microsoft.com/office/drawing/2014/main" id="{4CA7F578-DD9C-6D5E-9957-0DC54D04992C}"/>
              </a:ext>
            </a:extLst>
          </p:cNvPr>
          <p:cNvSpPr/>
          <p:nvPr userDrawn="1"/>
        </p:nvSpPr>
        <p:spPr>
          <a:xfrm>
            <a:off x="9430423" y="4223657"/>
            <a:ext cx="2301066" cy="1864535"/>
          </a:xfrm>
          <a:prstGeom prst="rect">
            <a:avLst/>
          </a:prstGeom>
          <a:solidFill>
            <a:srgbClr val="003348"/>
          </a:solidFill>
          <a:ln>
            <a:noFill/>
          </a:ln>
        </p:spPr>
        <p:style>
          <a:lnRef idx="2">
            <a:schemeClr val="accent1">
              <a:shade val="15000"/>
            </a:schemeClr>
          </a:lnRef>
          <a:fillRef idx="1">
            <a:schemeClr val="accent1"/>
          </a:fillRef>
          <a:effectRef idx="0">
            <a:schemeClr val="accent1"/>
          </a:effectRef>
          <a:fontRef idx="minor">
            <a:schemeClr val="lt1"/>
          </a:fontRef>
        </p:style>
        <p:txBody>
          <a:bodyPr lIns="121920" tIns="60960" rIns="121920" bIns="60960" rtlCol="0" anchor="ctr"/>
          <a:lstStyle/>
          <a:p>
            <a:pPr algn="ctr" defTabSz="914377"/>
            <a:endParaRPr lang="nb-NO" sz="933" b="0" i="0" dirty="0">
              <a:solidFill>
                <a:prstClr val="white"/>
              </a:solidFill>
              <a:latin typeface="Futura PT Book" panose="020B0502020204020303" pitchFamily="34" charset="77"/>
            </a:endParaRPr>
          </a:p>
        </p:txBody>
      </p:sp>
      <p:sp>
        <p:nvSpPr>
          <p:cNvPr id="6" name="Title 5"/>
          <p:cNvSpPr>
            <a:spLocks noGrp="1"/>
          </p:cNvSpPr>
          <p:nvPr>
            <p:ph type="title"/>
          </p:nvPr>
        </p:nvSpPr>
        <p:spPr/>
        <p:txBody>
          <a:bodyPr/>
          <a:lstStyle/>
          <a:p>
            <a:r>
              <a:t>Dawn to nightfall</a:t>
            </a:r>
          </a:p>
        </p:txBody>
      </p:sp>
      <p:sp>
        <p:nvSpPr>
          <p:cNvPr id="7" name="Text Placeholder 6"/>
          <p:cNvSpPr>
            <a:spLocks noGrp="1"/>
          </p:cNvSpPr>
          <p:nvPr>
            <p:ph type="body" idx="16" sz="quarter"/>
          </p:nvPr>
        </p:nvSpPr>
        <p:spPr/>
        <p:txBody>
          <a:bodyPr/>
          <a:lstStyle/>
          <a:p>
            <a:r>
              <a:t>Rota dos Moinhos at First Light</a:t>
            </a:r>
          </a:p>
        </p:txBody>
      </p:sp>
      <p:sp>
        <p:nvSpPr>
          <p:cNvPr id="8" name="Text Placeholder 7"/>
          <p:cNvSpPr>
            <a:spLocks noGrp="1"/>
          </p:cNvSpPr>
          <p:nvPr>
            <p:ph type="body" idx="28" sz="quarter"/>
          </p:nvPr>
        </p:nvSpPr>
        <p:spPr/>
        <p:txBody>
          <a:bodyPr/>
          <a:lstStyle/>
          <a:p>
            <a:r>
              <a:t>Guided sunrise walk along the windmill trail above the Sado estuary</a:t>
            </a:r>
          </a:p>
        </p:txBody>
      </p:sp>
      <p:sp>
        <p:nvSpPr>
          <p:cNvPr id="9" name="Text Placeholder 8"/>
          <p:cNvSpPr>
            <a:spLocks noGrp="1"/>
          </p:cNvSpPr>
          <p:nvPr>
            <p:ph type="body" idx="29" sz="quarter"/>
          </p:nvPr>
        </p:nvSpPr>
        <p:spPr/>
        <p:txBody>
          <a:bodyPr/>
          <a:lstStyle/>
          <a:p>
            <a:r>
              <a:t>Livramento Market Run</a:t>
            </a:r>
          </a:p>
        </p:txBody>
      </p:sp>
      <p:sp>
        <p:nvSpPr>
          <p:cNvPr id="10" name="Text Placeholder 9"/>
          <p:cNvSpPr>
            <a:spLocks noGrp="1"/>
          </p:cNvSpPr>
          <p:nvPr>
            <p:ph type="body" idx="30" sz="quarter"/>
          </p:nvPr>
        </p:nvSpPr>
        <p:spPr/>
        <p:txBody>
          <a:bodyPr/>
          <a:lstStyle/>
          <a:p>
            <a:r>
              <a:t>Pre-dawn trip to Setúbal's market to choose the catch with a fishmonger</a:t>
            </a:r>
          </a:p>
        </p:txBody>
      </p:sp>
      <p:sp>
        <p:nvSpPr>
          <p:cNvPr id="11" name="Text Placeholder 10"/>
          <p:cNvSpPr>
            <a:spLocks noGrp="1"/>
          </p:cNvSpPr>
          <p:nvPr>
            <p:ph type="body" idx="31" sz="quarter"/>
          </p:nvPr>
        </p:nvSpPr>
        <p:spPr/>
        <p:txBody>
          <a:bodyPr/>
          <a:lstStyle/>
          <a:p>
            <a:r>
              <a:t>Cabo Espichel Cliff Ride</a:t>
            </a:r>
          </a:p>
        </p:txBody>
      </p:sp>
      <p:sp>
        <p:nvSpPr>
          <p:cNvPr id="12" name="Text Placeholder 11"/>
          <p:cNvSpPr>
            <a:spLocks noGrp="1"/>
          </p:cNvSpPr>
          <p:nvPr>
            <p:ph type="body" idx="32" sz="quarter"/>
          </p:nvPr>
        </p:nvSpPr>
        <p:spPr/>
        <p:txBody>
          <a:bodyPr/>
          <a:lstStyle/>
          <a:p>
            <a:r>
              <a:t>Horseback or e-bike ride along the Atlantic cliff road to the headland</a:t>
            </a:r>
          </a:p>
        </p:txBody>
      </p:sp>
      <p:sp>
        <p:nvSpPr>
          <p:cNvPr id="13" name="Text Placeholder 12"/>
          <p:cNvSpPr>
            <a:spLocks noGrp="1"/>
          </p:cNvSpPr>
          <p:nvPr>
            <p:ph type="body" idx="33" sz="quarter"/>
          </p:nvPr>
        </p:nvSpPr>
        <p:spPr/>
        <p:txBody>
          <a:bodyPr/>
          <a:lstStyle/>
          <a:p>
            <a:r>
              <a:t>Fado Among the Vines</a:t>
            </a:r>
          </a:p>
        </p:txBody>
      </p:sp>
      <p:sp>
        <p:nvSpPr>
          <p:cNvPr id="14" name="Text Placeholder 13"/>
          <p:cNvSpPr>
            <a:spLocks noGrp="1"/>
          </p:cNvSpPr>
          <p:nvPr>
            <p:ph type="body" idx="34" sz="quarter"/>
          </p:nvPr>
        </p:nvSpPr>
        <p:spPr/>
        <p:txBody>
          <a:bodyPr/>
          <a:lstStyle/>
          <a:p>
            <a:r>
              <a:t>Unplugged fado and classical guitar staged among the estate's own vineyard rows</a:t>
            </a:r>
          </a:p>
        </p:txBody>
      </p:sp>
      <p:grpSp>
        <p:nvGrpSpPr>
          <p:cNvPr id="21" name="fixed_footer">
            <a:extLst>
              <a:ext uri="{FF2B5EF4-FFF2-40B4-BE49-F238E27FC236}">
                <a16:creationId xmlns:a16="http://schemas.microsoft.com/office/drawing/2014/main" id="{AF28A85C-67E4-BBC1-AACA-DE85222AE0FF}"/>
              </a:ext>
            </a:extLst>
          </p:cNvPr>
          <p:cNvGrpSpPr/>
          <p:nvPr userDrawn="1"/>
        </p:nvGrpSpPr>
        <p:grpSpPr>
          <a:xfrm>
            <a:off x="187634" y="6505818"/>
            <a:ext cx="3476221" cy="283493"/>
            <a:chOff x="187634" y="6505818"/>
            <a:chExt cx="3476221" cy="283493"/>
          </a:xfrm>
        </p:grpSpPr>
        <p:cxnSp>
          <p:nvCxnSpPr>
            <p:cNvPr id="22" name="fixed_dash">
              <a:extLst>
                <a:ext uri="{FF2B5EF4-FFF2-40B4-BE49-F238E27FC236}">
                  <a16:creationId xmlns:a16="http://schemas.microsoft.com/office/drawing/2014/main" id="{B53CAD0C-84F5-1EB8-2781-D88BD0E6D442}"/>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png"/>
          <p:cNvPicPr>
            <a:picLocks noGrp="1" noChangeAspect="1"/>
          </p:cNvPicPr>
          <p:nvPr>
            <p:ph type="pic" idx="10" sz="quarter"/>
          </p:nvPr>
        </p:nvPicPr>
        <p:blipFill>
          <a:blip r:embed="rId2"/>
          <a:srcRect l="20707" r="20707"/>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854EDA-B3CA-4F7D-8359-C761076C7A36}"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One calendar, whether you're checked in for three nights or living on the estate year round. Arrábida doesn't need two programmes, one for guests and one for owners: just one way out onto the land, open to whoever is there.</a:t>
            </a:r>
          </a:p>
        </p:txBody>
      </p:sp>
      <p:sp>
        <p:nvSpPr>
          <p:cNvPr id="4" name="Title 3"/>
          <p:cNvSpPr>
            <a:spLocks noGrp="1"/>
          </p:cNvSpPr>
          <p:nvPr>
            <p:ph type="title"/>
          </p:nvPr>
        </p:nvSpPr>
        <p:spPr/>
        <p:txBody>
          <a:bodyPr/>
          <a:lstStyle/>
          <a:p>
            <a:r>
              <a:t>One Outdoor Programme for Guests and Villa Residents</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png"/>
          <p:cNvPicPr>
            <a:picLocks noGrp="1" noChangeAspect="1"/>
          </p:cNvPicPr>
          <p:nvPr>
            <p:ph type="pic" idx="10" sz="quarter"/>
          </p:nvPr>
        </p:nvPicPr>
        <p:blipFill>
          <a:blip r:embed="rId2"/>
          <a:srcRect l="20707" r="20707"/>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4917B-5961-40DC-8B2A-7D0677E446FD}"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A mandatory rental pool program will be available for the residences, offering owners an income-generating opportunity while not in residence. Managed seamlessly by The Atrium Quinta do Vale Verde, the program provides professional marketing, booking, and guest services, ensuring a hassle-free experience for owners and a consistent, high-quality stay for guests.</a:t>
            </a:r>
          </a:p>
        </p:txBody>
      </p:sp>
      <p:sp>
        <p:nvSpPr>
          <p:cNvPr id="4" name="Title 3"/>
          <p:cNvSpPr>
            <a:spLocks noGrp="1"/>
          </p:cNvSpPr>
          <p:nvPr>
            <p:ph type="title"/>
          </p:nvPr>
        </p:nvSpPr>
        <p:spPr/>
        <p:txBody>
          <a:bodyPr/>
          <a:lstStyle/>
          <a:p>
            <a:r>
              <a:t>Mandatory Rental Pool</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0" sz="quarter"/>
          </p:nvPr>
        </p:nvPicPr>
        <p:blipFill>
          <a:blip r:embed="rId2"/>
          <a:srcRect l="2281" r="2281"/>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329168E-936F-4010-90CE-0213BE673C0A}"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A private membership program granting access to dedicated, members-only areas within The Atrium at Quinta do Vale Verde.</a:t>
            </a:r>
          </a:p>
          <a:p/>
          <a:p>
            <a:r>
              <a:t>Members enjoy privileged access to curated social, cultural, wellbeing, and workspaces - designed as a year-round lifestyle destination.</a:t>
            </a:r>
          </a:p>
          <a:p/>
          <a:p>
            <a:r>
              <a:t>Memberships will be offered through a range of packages, tailored to different patterns of use and engagement. Values, inclusions, and pricing to be defined and agreed together.</a:t>
            </a:r>
          </a:p>
        </p:txBody>
      </p:sp>
      <p:sp>
        <p:nvSpPr>
          <p:cNvPr id="4" name="Title 3"/>
          <p:cNvSpPr>
            <a:spLocks noGrp="1"/>
          </p:cNvSpPr>
          <p:nvPr>
            <p:ph type="title"/>
          </p:nvPr>
        </p:nvSpPr>
        <p:spPr/>
        <p:txBody>
          <a:bodyPr/>
          <a:lstStyle/>
          <a:p>
            <a:r>
              <a:t>The Atrium Members' Club</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png"/>
          <p:cNvPicPr>
            <a:picLocks noGrp="1" noChangeAspect="1"/>
          </p:cNvPicPr>
          <p:nvPr>
            <p:ph type="pic" idx="10" sz="quarter"/>
          </p:nvPr>
        </p:nvPicPr>
        <p:blipFill>
          <a:blip r:embed="rId2"/>
          <a:srcRect l="20707" r="20707"/>
          <a:stretch>
            <a:fillRect/>
          </a:stretch>
        </p:blipFill>
        <p:spPr/>
      </p:pic>
      <p:sp>
        <p:nvSpPr>
          <p:cNvPr id="5" name="number">
            <a:extLst>
              <a:ext uri="{FF2B5EF4-FFF2-40B4-BE49-F238E27FC236}">
                <a16:creationId xmlns:a16="http://schemas.microsoft.com/office/drawing/2014/main" id="{45D860EA-164A-E189-C588-2B804C7E143E}"/>
              </a:ext>
            </a:extLst>
          </p:cNvPr>
          <p:cNvSpPr txBox="1">
            <a:spLocks/>
          </p:cNvSpPr>
          <p:nvPr userDrawn="1"/>
        </p:nvSpPr>
        <p:spPr>
          <a:xfrm>
            <a:off x="9303087" y="6463201"/>
            <a:ext cx="2743200" cy="365125"/>
          </a:xfrm>
          <a:prstGeom prst="rect">
            <a:avLst/>
          </a:prstGeom>
        </p:spPr>
        <p:txBody>
          <a:bodyPr vert="horz" lIns="91440" tIns="45720" rIns="91440" bIns="45720" rtlCol="0" anchor="ctr"/>
          <a:lstStyle>
            <a:defPPr>
              <a:defRPr lang="en-SA"/>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1A767A-5845-4E98-BF8F-96200B2F29F1}" type="slidenum">
              <a:rPr lang="en-LB" sz="1000" b="0" i="0" smtClean="0">
                <a:solidFill>
                  <a:srgbClr val="003348"/>
                </a:solidFill>
                <a:latin typeface="Futura PT Book" panose="020B0502020204020303" pitchFamily="34" charset="77"/>
              </a:rPr>
              <a:pPr/>
              <a:t>‹#›</a:t>
            </a:fld>
            <a:endParaRPr lang="en-LB" sz="1000" b="0" i="0" dirty="0">
              <a:solidFill>
                <a:srgbClr val="003348"/>
              </a:solidFill>
              <a:latin typeface="Futura PT Book" panose="020B0502020204020303" pitchFamily="34" charset="77"/>
            </a:endParaRPr>
          </a:p>
        </p:txBody>
      </p:sp>
      <p:sp>
        <p:nvSpPr>
          <p:cNvPr id="6" name="fixed_dash">
            <a:extLst>
              <a:ext uri="{FF2B5EF4-FFF2-40B4-BE49-F238E27FC236}">
                <a16:creationId xmlns:a16="http://schemas.microsoft.com/office/drawing/2014/main" id="{D6AE353D-2437-5CDF-7708-CD04F66B45CD}"/>
              </a:ext>
            </a:extLst>
          </p:cNvPr>
          <p:cNvSpPr txBox="1"/>
          <p:nvPr userDrawn="1"/>
        </p:nvSpPr>
        <p:spPr>
          <a:xfrm>
            <a:off x="11537344" y="6581028"/>
            <a:ext cx="246206" cy="139910"/>
          </a:xfrm>
          <a:prstGeom prst="rect">
            <a:avLst/>
          </a:prstGeom>
          <a:effectLst/>
        </p:spPr>
        <p:txBody>
          <a:bodyPr vert="horz" wrap="square" lIns="0" tIns="0" rIns="3600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000" dirty="0">
                <a:solidFill>
                  <a:srgbClr val="003348"/>
                </a:solidFill>
                <a:latin typeface="Futura PT Book" panose="020B0502020204020303" pitchFamily="34" charset="77"/>
              </a:rPr>
              <a:t>| </a:t>
            </a:r>
          </a:p>
        </p:txBody>
      </p:sp>
      <p:sp>
        <p:nvSpPr>
          <p:cNvPr id="3" name="Text Placeholder 2"/>
          <p:cNvSpPr>
            <a:spLocks noGrp="1"/>
          </p:cNvSpPr>
          <p:nvPr>
            <p:ph type="body" idx="11" sz="quarter"/>
          </p:nvPr>
        </p:nvSpPr>
        <p:spPr/>
        <p:txBody>
          <a:bodyPr/>
          <a:lstStyle/>
          <a:p>
            <a:r>
              <a:t>Thank you. Aster submits this proposal to Larkfield Real Estate, on behalf of the owner, as the starting point for shaping Quinta do Vale Verde together from here.</a:t>
            </a:r>
          </a:p>
        </p:txBody>
      </p:sp>
      <p:sp>
        <p:nvSpPr>
          <p:cNvPr id="4" name="Title 3"/>
          <p:cNvSpPr>
            <a:spLocks noGrp="1"/>
          </p:cNvSpPr>
          <p:nvPr>
            <p:ph type="title"/>
          </p:nvPr>
        </p:nvSpPr>
        <p:spPr/>
        <p:txBody>
          <a:bodyPr/>
          <a:lstStyle/>
          <a:p>
            <a:r>
              <a:t>Thank you</a:t>
            </a:r>
          </a:p>
        </p:txBody>
      </p:sp>
      <p:grpSp>
        <p:nvGrpSpPr>
          <p:cNvPr id="7" name="fixed_footer">
            <a:extLst>
              <a:ext uri="{FF2B5EF4-FFF2-40B4-BE49-F238E27FC236}">
                <a16:creationId xmlns:a16="http://schemas.microsoft.com/office/drawing/2014/main" id="{13B50ACC-3B3C-57EF-8C4B-066532E7D4E7}"/>
              </a:ext>
            </a:extLst>
          </p:cNvPr>
          <p:cNvGrpSpPr/>
          <p:nvPr userDrawn="1"/>
        </p:nvGrpSpPr>
        <p:grpSpPr>
          <a:xfrm>
            <a:off x="187634" y="6505818"/>
            <a:ext cx="3476221" cy="283493"/>
            <a:chOff x="187634" y="6505818"/>
            <a:chExt cx="3476221" cy="283493"/>
          </a:xfrm>
        </p:grpSpPr>
        <p:cxnSp>
          <p:nvCxnSpPr>
            <p:cNvPr id="8" name="fixed_dash">
              <a:extLst>
                <a:ext uri="{FF2B5EF4-FFF2-40B4-BE49-F238E27FC236}">
                  <a16:creationId xmlns:a16="http://schemas.microsoft.com/office/drawing/2014/main" id="{D913ECFB-342A-E86C-101B-CD712A7CBE87}"/>
                </a:ext>
              </a:extLst>
            </p:cNvPr>
            <p:cNvCxnSpPr>
              <a:cxnSpLocks/>
            </p:cNvCxnSpPr>
            <p:nvPr userDrawn="1"/>
          </p:nvCxnSpPr>
          <p:spPr>
            <a:xfrm>
              <a:off x="1711325" y="6571964"/>
              <a:ext cx="0" cy="151200"/>
            </a:xfrm>
            <a:prstGeom prst="line">
              <a:avLst/>
            </a:prstGeom>
            <a:ln w="10795">
              <a:solidFill>
                <a:srgbClr val="003348"/>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theme/theme1.xml><?xml version="1.0" encoding="utf-8"?>
<a:theme xmlns:a="http://schemas.openxmlformats.org/drawingml/2006/main" name="The Atrium - Hotel">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6427</TotalTime>
  <Words>961</Words>
  <Application>Microsoft Office PowerPoint</Application>
  <PresentationFormat>Widescreen</PresentationFormat>
  <Paragraphs>135</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Futura PT Light</vt:lpstr>
      <vt:lpstr>Futura PT Bold</vt:lpstr>
      <vt:lpstr>Futura PT Medium</vt:lpstr>
      <vt:lpstr>Futura Cyrillic Book</vt:lpstr>
      <vt:lpstr>Futura PT Book Italic</vt:lpstr>
      <vt:lpstr>Arial</vt:lpstr>
      <vt:lpstr>Futura PT Book</vt:lpstr>
      <vt:lpstr>The Atrium - Hotel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129</cp:revision>
  <dcterms:created xsi:type="dcterms:W3CDTF">2026-06-29T09:41:45Z</dcterms:created>
  <dcterms:modified xsi:type="dcterms:W3CDTF">2026-09-11T09:56:12Z</dcterms:modified>
  <dc:subject/>
  <cp:keywords/>
  <dc:description/>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
  </property>
  <property fmtid="{D5CDD505-2E9C-101B-9397-08002B2CF9AE}" pid="3" name="MediaServiceImageTags">
    <vt:lpwstr/>
  </property>
  <property fmtid="{D5CDD505-2E9C-101B-9397-08002B2CF9AE}" pid="4" name="Order">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y fmtid="{D5CDD505-2E9C-101B-9397-08002B2CF9AE}" pid="9" name="TriggerFlowInfo">
    <vt:lpwstr/>
  </property>
</Properties>
</file>